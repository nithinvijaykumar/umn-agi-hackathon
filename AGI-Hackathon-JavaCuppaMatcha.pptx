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Roboto"/>
      <p:regular r:id="rId28"/>
      <p:bold r:id="rId29"/>
      <p:italic r:id="rId30"/>
      <p:boldItalic r:id="rId31"/>
    </p:embeddedFont>
    <p:embeddedFont>
      <p:font typeface="Space Grotesk Light"/>
      <p:regular r:id="rId32"/>
      <p:bold r:id="rId33"/>
    </p:embeddedFont>
    <p:embeddedFont>
      <p:font typeface="Space Grotesk"/>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042598-327A-4340-976A-2420F6F524E5}">
  <a:tblStyle styleId="{58042598-327A-4340-976A-2420F6F524E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4.xml"/><Relationship Id="rId33" Type="http://schemas.openxmlformats.org/officeDocument/2006/relationships/font" Target="fonts/SpaceGroteskLight-bold.fntdata"/><Relationship Id="rId10" Type="http://schemas.openxmlformats.org/officeDocument/2006/relationships/slide" Target="slides/slide3.xml"/><Relationship Id="rId32" Type="http://schemas.openxmlformats.org/officeDocument/2006/relationships/font" Target="fonts/SpaceGroteskLight-regular.fntdata"/><Relationship Id="rId13" Type="http://schemas.openxmlformats.org/officeDocument/2006/relationships/slide" Target="slides/slide6.xml"/><Relationship Id="rId35" Type="http://schemas.openxmlformats.org/officeDocument/2006/relationships/font" Target="fonts/SpaceGrotesk-bold.fntdata"/><Relationship Id="rId12" Type="http://schemas.openxmlformats.org/officeDocument/2006/relationships/slide" Target="slides/slide5.xml"/><Relationship Id="rId34" Type="http://schemas.openxmlformats.org/officeDocument/2006/relationships/font" Target="fonts/SpaceGrotesk-regular.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2764e4c7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c2764e4c7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c284bac86b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c284bac86b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c2764e4c7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c2764e4c7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c2764e4c7c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c2764e4c7c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c2963263a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c2963263a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c2764e4c7c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c2764e4c7c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c284bac86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c284bac86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c2963263a9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c2963263a9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A0A0A"/>
                </a:solidFill>
                <a:highlight>
                  <a:srgbClr val="FFFFFF"/>
                </a:highlight>
                <a:latin typeface="Roboto"/>
                <a:ea typeface="Roboto"/>
                <a:cs typeface="Roboto"/>
                <a:sym typeface="Roboto"/>
              </a:rPr>
              <a:t>Capital expenditure — CAPEX</a:t>
            </a:r>
            <a:endParaRPr sz="1200">
              <a:solidFill>
                <a:srgbClr val="0A0A0A"/>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A0A0A"/>
                </a:solidFill>
                <a:highlight>
                  <a:srgbClr val="FFFFFF"/>
                </a:highlight>
                <a:latin typeface="Roboto"/>
                <a:ea typeface="Roboto"/>
                <a:cs typeface="Roboto"/>
                <a:sym typeface="Roboto"/>
              </a:rPr>
              <a:t>Operating exepensises — OPEX</a:t>
            </a:r>
            <a:endParaRPr sz="1200">
              <a:solidFill>
                <a:srgbClr val="0A0A0A"/>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A0A0A"/>
                </a:solidFill>
                <a:highlight>
                  <a:srgbClr val="FFFFFF"/>
                </a:highlight>
                <a:latin typeface="Roboto"/>
                <a:ea typeface="Roboto"/>
                <a:cs typeface="Roboto"/>
                <a:sym typeface="Roboto"/>
              </a:rPr>
              <a:t>Ad-hoc — describes something created or done for a specific, immediate purpose or situation, rather than as part of a general plan</a:t>
            </a:r>
            <a:endParaRPr sz="1200">
              <a:solidFill>
                <a:srgbClr val="0A0A0A"/>
              </a:solidFill>
              <a:highlight>
                <a:srgbClr val="FFFFFF"/>
              </a:highlight>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c2963263a9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c2963263a9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0A0A0A"/>
              </a:solidFill>
              <a:highlight>
                <a:srgbClr val="FFFFFF"/>
              </a:highlight>
              <a:latin typeface="Roboto"/>
              <a:ea typeface="Roboto"/>
              <a:cs typeface="Roboto"/>
              <a:sym typeface="Roboto"/>
            </a:endParaRPr>
          </a:p>
          <a:p>
            <a:pPr indent="0" lvl="0" marL="0" rtl="0" algn="l">
              <a:spcBef>
                <a:spcPts val="0"/>
              </a:spcBef>
              <a:spcAft>
                <a:spcPts val="0"/>
              </a:spcAft>
              <a:buNone/>
            </a:pPr>
            <a:r>
              <a:rPr lang="en" sz="1200">
                <a:solidFill>
                  <a:srgbClr val="0A0A0A"/>
                </a:solidFill>
                <a:highlight>
                  <a:srgbClr val="FFFFFF"/>
                </a:highlight>
                <a:latin typeface="Roboto"/>
                <a:ea typeface="Roboto"/>
                <a:cs typeface="Roboto"/>
                <a:sym typeface="Roboto"/>
              </a:rPr>
              <a:t>Ad-hoc — describes something created or done for a specific, immediate purpose or situation, rather than as part of a general plan</a:t>
            </a:r>
            <a:endParaRPr sz="1200">
              <a:solidFill>
                <a:srgbClr val="0A0A0A"/>
              </a:solidFill>
              <a:highlight>
                <a:srgbClr val="FFFFFF"/>
              </a:highlight>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c284bac86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c284bac86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2764e4c7c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c2764e4c7c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c284bac86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c284bac8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c284bac86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c284bac86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c284bac86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c284bac86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c284bac86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c284bac86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c284bac86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c284bac86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Although our organization does not generate significant direct emissions, we are still accountable for </a:t>
            </a:r>
            <a:r>
              <a:rPr b="1" lang="en">
                <a:solidFill>
                  <a:schemeClr val="dk1"/>
                </a:solidFill>
              </a:rPr>
              <a:t>Scope 3 emissions</a:t>
            </a:r>
            <a:r>
              <a:rPr lang="en">
                <a:solidFill>
                  <a:schemeClr val="dk1"/>
                </a:solidFill>
              </a:rPr>
              <a:t>, which make up the majority of our reported carbon footprint. These are indirect emissions that occur across the value chain, including suppliers, transportation, and employee commuting, and they sit outside our direct operations. While Scope 3 emissions are not directly taxed, they are increasingly required to be reported and scrutinized by regulators, investors, and customers, making their measurement and reduction essential to achieving our net-zero commitments and managing long-term business risk. Using </a:t>
            </a:r>
            <a:r>
              <a:rPr b="1" lang="en">
                <a:solidFill>
                  <a:schemeClr val="dk1"/>
                </a:solidFill>
              </a:rPr>
              <a:t>carbon credits</a:t>
            </a:r>
            <a:r>
              <a:rPr lang="en">
                <a:solidFill>
                  <a:schemeClr val="dk1"/>
                </a:solidFill>
              </a:rPr>
              <a:t> allows us to compensate for unavoidable emissions by funding certified projects that reduce or remove carbon elsewhere, directly lowering our net reported emissions while we continue to drive operational reductions.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c284bac86b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c284bac86b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ESG stands for Environmental, Social, and Governance, a framework used to measure a company's sustainability, ethical impact, and risk management beyond just financial performance. It is critical for attracting investors, reducing operational risks, enhancing reputation, and ensuring long-term viability by meeting stakeholder demands for responsible corporate behavior. </a:t>
            </a:r>
            <a:br>
              <a:rPr lang="en" sz="1200">
                <a:solidFill>
                  <a:schemeClr val="dk1"/>
                </a:solidFill>
                <a:latin typeface="Roboto"/>
                <a:ea typeface="Roboto"/>
                <a:cs typeface="Roboto"/>
                <a:sym typeface="Roboto"/>
              </a:rPr>
            </a:br>
            <a:br>
              <a:rPr lang="en" sz="1200">
                <a:solidFill>
                  <a:schemeClr val="dk1"/>
                </a:solidFill>
                <a:latin typeface="Roboto"/>
                <a:ea typeface="Roboto"/>
                <a:cs typeface="Roboto"/>
                <a:sym typeface="Roboto"/>
              </a:rPr>
            </a:br>
            <a:r>
              <a:rPr lang="en" sz="1200">
                <a:solidFill>
                  <a:schemeClr val="dk1"/>
                </a:solidFill>
                <a:latin typeface="Roboto"/>
                <a:ea typeface="Roboto"/>
                <a:cs typeface="Roboto"/>
                <a:sym typeface="Roboto"/>
              </a:rPr>
              <a:t>The Carbon Offset also increases our green ROI, I by enhancing brand reputation, boosting customer loyalty, attracting investors, and ensuring regulatory compliance, while also driving operational efficiencies and supporting Corporate Social Responsibility.</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c2963263a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c2963263a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500">
                <a:solidFill>
                  <a:schemeClr val="dk1"/>
                </a:solidFill>
              </a:rPr>
              <a:t>Most of the trips are booked at the last minute By enforcing a </a:t>
            </a:r>
            <a:r>
              <a:rPr b="1" lang="en" sz="1500">
                <a:solidFill>
                  <a:schemeClr val="dk1"/>
                </a:solidFill>
              </a:rPr>
              <a:t>7 to 14 days  advance booking policy</a:t>
            </a:r>
            <a:r>
              <a:rPr lang="en" sz="1500">
                <a:solidFill>
                  <a:schemeClr val="dk1"/>
                </a:solidFill>
              </a:rPr>
              <a:t>,  we eliminate the premium that have to be paid for same-day seats. Based on airline industry benchmarks for advance vs. "walk-up" fares, here is what you could save on that $116M spend on last min booking.(1 - 6 hours).</a:t>
            </a:r>
            <a:r>
              <a:rPr lang="en" sz="1500">
                <a:solidFill>
                  <a:schemeClr val="lt1"/>
                </a:solidFill>
              </a:rPr>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c2963263a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c2963263a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c2963263a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c2963263a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bg>
      <p:bgPr>
        <a:gradFill>
          <a:gsLst>
            <a:gs pos="0">
              <a:schemeClr val="accent4"/>
            </a:gs>
            <a:gs pos="100000">
              <a:schemeClr val="dk1"/>
            </a:gs>
          </a:gsLst>
          <a:lin ang="5400012" scaled="0"/>
        </a:gradFill>
      </p:bgPr>
    </p:bg>
    <p:spTree>
      <p:nvGrpSpPr>
        <p:cNvPr id="53" name="Shape 53"/>
        <p:cNvGrpSpPr/>
        <p:nvPr/>
      </p:nvGrpSpPr>
      <p:grpSpPr>
        <a:xfrm>
          <a:off x="0" y="0"/>
          <a:ext cx="0" cy="0"/>
          <a:chOff x="0" y="0"/>
          <a:chExt cx="0" cy="0"/>
        </a:xfrm>
      </p:grpSpPr>
      <p:sp>
        <p:nvSpPr>
          <p:cNvPr id="54" name="Google Shape;54;p14"/>
          <p:cNvSpPr/>
          <p:nvPr/>
        </p:nvSpPr>
        <p:spPr>
          <a:xfrm rot="3659249">
            <a:off x="3884409" y="-1334980"/>
            <a:ext cx="7813599" cy="7813599"/>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5" name="Google Shape;55;p14"/>
          <p:cNvSpPr txBox="1"/>
          <p:nvPr>
            <p:ph type="title"/>
          </p:nvPr>
        </p:nvSpPr>
        <p:spPr>
          <a:xfrm>
            <a:off x="226100" y="144575"/>
            <a:ext cx="8689200" cy="2322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6400">
                <a:latin typeface="Space Grotesk Light"/>
                <a:ea typeface="Space Grotesk Light"/>
                <a:cs typeface="Space Grotesk Light"/>
                <a:sym typeface="Space Grotesk Light"/>
              </a:defRPr>
            </a:lvl1pPr>
            <a:lvl2pPr lvl="1">
              <a:lnSpc>
                <a:spcPct val="85000"/>
              </a:lnSpc>
              <a:spcBef>
                <a:spcPts val="0"/>
              </a:spcBef>
              <a:spcAft>
                <a:spcPts val="0"/>
              </a:spcAft>
              <a:buNone/>
              <a:defRPr sz="6400">
                <a:latin typeface="Space Grotesk Light"/>
                <a:ea typeface="Space Grotesk Light"/>
                <a:cs typeface="Space Grotesk Light"/>
                <a:sym typeface="Space Grotesk Light"/>
              </a:defRPr>
            </a:lvl2pPr>
            <a:lvl3pPr lvl="2">
              <a:lnSpc>
                <a:spcPct val="85000"/>
              </a:lnSpc>
              <a:spcBef>
                <a:spcPts val="0"/>
              </a:spcBef>
              <a:spcAft>
                <a:spcPts val="0"/>
              </a:spcAft>
              <a:buNone/>
              <a:defRPr sz="6400">
                <a:latin typeface="Space Grotesk Light"/>
                <a:ea typeface="Space Grotesk Light"/>
                <a:cs typeface="Space Grotesk Light"/>
                <a:sym typeface="Space Grotesk Light"/>
              </a:defRPr>
            </a:lvl3pPr>
            <a:lvl4pPr lvl="3">
              <a:lnSpc>
                <a:spcPct val="85000"/>
              </a:lnSpc>
              <a:spcBef>
                <a:spcPts val="0"/>
              </a:spcBef>
              <a:spcAft>
                <a:spcPts val="0"/>
              </a:spcAft>
              <a:buNone/>
              <a:defRPr sz="6400">
                <a:latin typeface="Space Grotesk Light"/>
                <a:ea typeface="Space Grotesk Light"/>
                <a:cs typeface="Space Grotesk Light"/>
                <a:sym typeface="Space Grotesk Light"/>
              </a:defRPr>
            </a:lvl4pPr>
            <a:lvl5pPr lvl="4">
              <a:lnSpc>
                <a:spcPct val="85000"/>
              </a:lnSpc>
              <a:spcBef>
                <a:spcPts val="0"/>
              </a:spcBef>
              <a:spcAft>
                <a:spcPts val="0"/>
              </a:spcAft>
              <a:buNone/>
              <a:defRPr sz="6400">
                <a:latin typeface="Space Grotesk Light"/>
                <a:ea typeface="Space Grotesk Light"/>
                <a:cs typeface="Space Grotesk Light"/>
                <a:sym typeface="Space Grotesk Light"/>
              </a:defRPr>
            </a:lvl5pPr>
            <a:lvl6pPr lvl="5">
              <a:lnSpc>
                <a:spcPct val="85000"/>
              </a:lnSpc>
              <a:spcBef>
                <a:spcPts val="0"/>
              </a:spcBef>
              <a:spcAft>
                <a:spcPts val="0"/>
              </a:spcAft>
              <a:buNone/>
              <a:defRPr sz="6400">
                <a:latin typeface="Space Grotesk Light"/>
                <a:ea typeface="Space Grotesk Light"/>
                <a:cs typeface="Space Grotesk Light"/>
                <a:sym typeface="Space Grotesk Light"/>
              </a:defRPr>
            </a:lvl6pPr>
            <a:lvl7pPr lvl="6">
              <a:lnSpc>
                <a:spcPct val="85000"/>
              </a:lnSpc>
              <a:spcBef>
                <a:spcPts val="0"/>
              </a:spcBef>
              <a:spcAft>
                <a:spcPts val="0"/>
              </a:spcAft>
              <a:buNone/>
              <a:defRPr sz="6400">
                <a:latin typeface="Space Grotesk Light"/>
                <a:ea typeface="Space Grotesk Light"/>
                <a:cs typeface="Space Grotesk Light"/>
                <a:sym typeface="Space Grotesk Light"/>
              </a:defRPr>
            </a:lvl7pPr>
            <a:lvl8pPr lvl="7">
              <a:lnSpc>
                <a:spcPct val="85000"/>
              </a:lnSpc>
              <a:spcBef>
                <a:spcPts val="0"/>
              </a:spcBef>
              <a:spcAft>
                <a:spcPts val="0"/>
              </a:spcAft>
              <a:buNone/>
              <a:defRPr sz="6400">
                <a:latin typeface="Space Grotesk Light"/>
                <a:ea typeface="Space Grotesk Light"/>
                <a:cs typeface="Space Grotesk Light"/>
                <a:sym typeface="Space Grotesk Light"/>
              </a:defRPr>
            </a:lvl8pPr>
            <a:lvl9pPr lvl="8">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6" name="Google Shape;56;p14"/>
          <p:cNvSpPr txBox="1"/>
          <p:nvPr>
            <p:ph idx="2" type="title"/>
          </p:nvPr>
        </p:nvSpPr>
        <p:spPr>
          <a:xfrm>
            <a:off x="1404200" y="2784425"/>
            <a:ext cx="7551000" cy="2280300"/>
          </a:xfrm>
          <a:prstGeom prst="rect">
            <a:avLst/>
          </a:prstGeom>
        </p:spPr>
        <p:txBody>
          <a:bodyPr anchorCtr="0" anchor="b" bIns="0" lIns="0" spcFirstLastPara="1" rIns="0" wrap="square" tIns="0">
            <a:noAutofit/>
          </a:bodyPr>
          <a:lstStyle>
            <a:lvl1pPr lvl="0" algn="r">
              <a:lnSpc>
                <a:spcPct val="85000"/>
              </a:lnSpc>
              <a:spcBef>
                <a:spcPts val="0"/>
              </a:spcBef>
              <a:spcAft>
                <a:spcPts val="0"/>
              </a:spcAft>
              <a:buNone/>
              <a:defRPr sz="6400">
                <a:latin typeface="Space Grotesk Light"/>
                <a:ea typeface="Space Grotesk Light"/>
                <a:cs typeface="Space Grotesk Light"/>
                <a:sym typeface="Space Grotesk Light"/>
              </a:defRPr>
            </a:lvl1pPr>
            <a:lvl2pPr lvl="1" algn="r">
              <a:lnSpc>
                <a:spcPct val="85000"/>
              </a:lnSpc>
              <a:spcBef>
                <a:spcPts val="0"/>
              </a:spcBef>
              <a:spcAft>
                <a:spcPts val="0"/>
              </a:spcAft>
              <a:buNone/>
              <a:defRPr sz="6400">
                <a:latin typeface="Space Grotesk Light"/>
                <a:ea typeface="Space Grotesk Light"/>
                <a:cs typeface="Space Grotesk Light"/>
                <a:sym typeface="Space Grotesk Light"/>
              </a:defRPr>
            </a:lvl2pPr>
            <a:lvl3pPr lvl="2" algn="r">
              <a:lnSpc>
                <a:spcPct val="85000"/>
              </a:lnSpc>
              <a:spcBef>
                <a:spcPts val="0"/>
              </a:spcBef>
              <a:spcAft>
                <a:spcPts val="0"/>
              </a:spcAft>
              <a:buNone/>
              <a:defRPr sz="6400">
                <a:latin typeface="Space Grotesk Light"/>
                <a:ea typeface="Space Grotesk Light"/>
                <a:cs typeface="Space Grotesk Light"/>
                <a:sym typeface="Space Grotesk Light"/>
              </a:defRPr>
            </a:lvl3pPr>
            <a:lvl4pPr lvl="3" algn="r">
              <a:lnSpc>
                <a:spcPct val="85000"/>
              </a:lnSpc>
              <a:spcBef>
                <a:spcPts val="0"/>
              </a:spcBef>
              <a:spcAft>
                <a:spcPts val="0"/>
              </a:spcAft>
              <a:buNone/>
              <a:defRPr sz="6400">
                <a:latin typeface="Space Grotesk Light"/>
                <a:ea typeface="Space Grotesk Light"/>
                <a:cs typeface="Space Grotesk Light"/>
                <a:sym typeface="Space Grotesk Light"/>
              </a:defRPr>
            </a:lvl4pPr>
            <a:lvl5pPr lvl="4" algn="r">
              <a:lnSpc>
                <a:spcPct val="85000"/>
              </a:lnSpc>
              <a:spcBef>
                <a:spcPts val="0"/>
              </a:spcBef>
              <a:spcAft>
                <a:spcPts val="0"/>
              </a:spcAft>
              <a:buNone/>
              <a:defRPr sz="6400">
                <a:latin typeface="Space Grotesk Light"/>
                <a:ea typeface="Space Grotesk Light"/>
                <a:cs typeface="Space Grotesk Light"/>
                <a:sym typeface="Space Grotesk Light"/>
              </a:defRPr>
            </a:lvl5pPr>
            <a:lvl6pPr lvl="5" algn="r">
              <a:lnSpc>
                <a:spcPct val="85000"/>
              </a:lnSpc>
              <a:spcBef>
                <a:spcPts val="0"/>
              </a:spcBef>
              <a:spcAft>
                <a:spcPts val="0"/>
              </a:spcAft>
              <a:buNone/>
              <a:defRPr sz="6400">
                <a:latin typeface="Space Grotesk Light"/>
                <a:ea typeface="Space Grotesk Light"/>
                <a:cs typeface="Space Grotesk Light"/>
                <a:sym typeface="Space Grotesk Light"/>
              </a:defRPr>
            </a:lvl6pPr>
            <a:lvl7pPr lvl="6" algn="r">
              <a:lnSpc>
                <a:spcPct val="85000"/>
              </a:lnSpc>
              <a:spcBef>
                <a:spcPts val="0"/>
              </a:spcBef>
              <a:spcAft>
                <a:spcPts val="0"/>
              </a:spcAft>
              <a:buNone/>
              <a:defRPr sz="6400">
                <a:latin typeface="Space Grotesk Light"/>
                <a:ea typeface="Space Grotesk Light"/>
                <a:cs typeface="Space Grotesk Light"/>
                <a:sym typeface="Space Grotesk Light"/>
              </a:defRPr>
            </a:lvl7pPr>
            <a:lvl8pPr lvl="7" algn="r">
              <a:lnSpc>
                <a:spcPct val="85000"/>
              </a:lnSpc>
              <a:spcBef>
                <a:spcPts val="0"/>
              </a:spcBef>
              <a:spcAft>
                <a:spcPts val="0"/>
              </a:spcAft>
              <a:buNone/>
              <a:defRPr sz="6400">
                <a:latin typeface="Space Grotesk Light"/>
                <a:ea typeface="Space Grotesk Light"/>
                <a:cs typeface="Space Grotesk Light"/>
                <a:sym typeface="Space Grotesk Light"/>
              </a:defRPr>
            </a:lvl8pPr>
            <a:lvl9pPr lvl="8" algn="r">
              <a:lnSpc>
                <a:spcPct val="85000"/>
              </a:lnSpc>
              <a:spcBef>
                <a:spcPts val="0"/>
              </a:spcBef>
              <a:spcAft>
                <a:spcPts val="0"/>
              </a:spcAft>
              <a:buNone/>
              <a:defRPr sz="6400">
                <a:latin typeface="Space Grotesk Light"/>
                <a:ea typeface="Space Grotesk Light"/>
                <a:cs typeface="Space Grotesk Light"/>
                <a:sym typeface="Space Grotesk Light"/>
              </a:defRPr>
            </a:lvl9pPr>
          </a:lstStyle>
          <a:p/>
        </p:txBody>
      </p:sp>
      <p:sp>
        <p:nvSpPr>
          <p:cNvPr id="57" name="Google Shape;57;p14"/>
          <p:cNvSpPr txBox="1"/>
          <p:nvPr>
            <p:ph idx="1" type="subTitle"/>
          </p:nvPr>
        </p:nvSpPr>
        <p:spPr>
          <a:xfrm>
            <a:off x="228600" y="2888900"/>
            <a:ext cx="5107800" cy="3693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2400"/>
              <a:buFont typeface="Space Grotesk"/>
              <a:buNone/>
              <a:defRPr sz="2400">
                <a:solidFill>
                  <a:schemeClr val="accent2"/>
                </a:solidFill>
              </a:defRPr>
            </a:lvl1pPr>
            <a:lvl2pPr lvl="1">
              <a:spcBef>
                <a:spcPts val="0"/>
              </a:spcBef>
              <a:spcAft>
                <a:spcPts val="0"/>
              </a:spcAft>
              <a:buClr>
                <a:schemeClr val="accent2"/>
              </a:buClr>
              <a:buSzPts val="2400"/>
              <a:buFont typeface="Space Grotesk"/>
              <a:buNone/>
              <a:defRPr sz="2400">
                <a:solidFill>
                  <a:schemeClr val="accent2"/>
                </a:solidFill>
              </a:defRPr>
            </a:lvl2pPr>
            <a:lvl3pPr lvl="2">
              <a:spcBef>
                <a:spcPts val="0"/>
              </a:spcBef>
              <a:spcAft>
                <a:spcPts val="0"/>
              </a:spcAft>
              <a:buClr>
                <a:schemeClr val="accent2"/>
              </a:buClr>
              <a:buSzPts val="2400"/>
              <a:buFont typeface="Space Grotesk"/>
              <a:buNone/>
              <a:defRPr sz="2400">
                <a:solidFill>
                  <a:schemeClr val="accent2"/>
                </a:solidFill>
              </a:defRPr>
            </a:lvl3pPr>
            <a:lvl4pPr lvl="3">
              <a:spcBef>
                <a:spcPts val="0"/>
              </a:spcBef>
              <a:spcAft>
                <a:spcPts val="0"/>
              </a:spcAft>
              <a:buClr>
                <a:schemeClr val="accent2"/>
              </a:buClr>
              <a:buSzPts val="2400"/>
              <a:buFont typeface="Space Grotesk"/>
              <a:buNone/>
              <a:defRPr sz="2400">
                <a:solidFill>
                  <a:schemeClr val="accent2"/>
                </a:solidFill>
              </a:defRPr>
            </a:lvl4pPr>
            <a:lvl5pPr lvl="4">
              <a:spcBef>
                <a:spcPts val="0"/>
              </a:spcBef>
              <a:spcAft>
                <a:spcPts val="0"/>
              </a:spcAft>
              <a:buClr>
                <a:schemeClr val="accent2"/>
              </a:buClr>
              <a:buSzPts val="2400"/>
              <a:buFont typeface="Space Grotesk"/>
              <a:buNone/>
              <a:defRPr sz="2400">
                <a:solidFill>
                  <a:schemeClr val="accent2"/>
                </a:solidFill>
              </a:defRPr>
            </a:lvl5pPr>
            <a:lvl6pPr lvl="5">
              <a:spcBef>
                <a:spcPts val="0"/>
              </a:spcBef>
              <a:spcAft>
                <a:spcPts val="0"/>
              </a:spcAft>
              <a:buClr>
                <a:schemeClr val="accent2"/>
              </a:buClr>
              <a:buSzPts val="2400"/>
              <a:buFont typeface="Space Grotesk"/>
              <a:buNone/>
              <a:defRPr sz="2400">
                <a:solidFill>
                  <a:schemeClr val="accent2"/>
                </a:solidFill>
              </a:defRPr>
            </a:lvl6pPr>
            <a:lvl7pPr lvl="6">
              <a:spcBef>
                <a:spcPts val="0"/>
              </a:spcBef>
              <a:spcAft>
                <a:spcPts val="0"/>
              </a:spcAft>
              <a:buClr>
                <a:schemeClr val="accent2"/>
              </a:buClr>
              <a:buSzPts val="2400"/>
              <a:buFont typeface="Space Grotesk"/>
              <a:buNone/>
              <a:defRPr sz="2400">
                <a:solidFill>
                  <a:schemeClr val="accent2"/>
                </a:solidFill>
              </a:defRPr>
            </a:lvl7pPr>
            <a:lvl8pPr lvl="7">
              <a:spcBef>
                <a:spcPts val="0"/>
              </a:spcBef>
              <a:spcAft>
                <a:spcPts val="0"/>
              </a:spcAft>
              <a:buClr>
                <a:schemeClr val="accent2"/>
              </a:buClr>
              <a:buSzPts val="2400"/>
              <a:buFont typeface="Space Grotesk"/>
              <a:buNone/>
              <a:defRPr sz="2400">
                <a:solidFill>
                  <a:schemeClr val="accent2"/>
                </a:solidFill>
              </a:defRPr>
            </a:lvl8pPr>
            <a:lvl9pPr lvl="8">
              <a:spcBef>
                <a:spcPts val="0"/>
              </a:spcBef>
              <a:spcAft>
                <a:spcPts val="0"/>
              </a:spcAft>
              <a:buClr>
                <a:schemeClr val="accent2"/>
              </a:buClr>
              <a:buSzPts val="2400"/>
              <a:buFont typeface="Space Grotesk"/>
              <a:buNone/>
              <a:defRPr sz="2400">
                <a:solidFill>
                  <a:schemeClr val="accent2"/>
                </a:solidFill>
              </a:defRPr>
            </a:lvl9pPr>
          </a:lstStyle>
          <a:p/>
        </p:txBody>
      </p:sp>
      <p:sp>
        <p:nvSpPr>
          <p:cNvPr id="58" name="Google Shape;58;p14"/>
          <p:cNvSpPr txBox="1"/>
          <p:nvPr>
            <p:ph idx="3" type="subTitle"/>
          </p:nvPr>
        </p:nvSpPr>
        <p:spPr>
          <a:xfrm>
            <a:off x="226100" y="480161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59" name="Google Shape;59;p14"/>
          <p:cNvSpPr txBox="1"/>
          <p:nvPr>
            <p:ph idx="4" type="subTitle"/>
          </p:nvPr>
        </p:nvSpPr>
        <p:spPr>
          <a:xfrm>
            <a:off x="6097200" y="3018188"/>
            <a:ext cx="2818200" cy="110700"/>
          </a:xfrm>
          <a:prstGeom prst="rect">
            <a:avLst/>
          </a:prstGeom>
        </p:spPr>
        <p:txBody>
          <a:bodyPr anchorCtr="0" anchor="ctr" bIns="0" lIns="0" spcFirstLastPara="1" rIns="0" wrap="square" tIns="0">
            <a:noAutofit/>
          </a:bodyPr>
          <a:lstStyle>
            <a:lvl1pPr lvl="0" algn="r">
              <a:spcBef>
                <a:spcPts val="0"/>
              </a:spcBef>
              <a:spcAft>
                <a:spcPts val="0"/>
              </a:spcAft>
              <a:buClr>
                <a:schemeClr val="lt1"/>
              </a:buClr>
              <a:buSzPts val="1000"/>
              <a:buFont typeface="Roboto"/>
              <a:buNone/>
              <a:defRPr sz="1000">
                <a:latin typeface="Roboto"/>
                <a:ea typeface="Roboto"/>
                <a:cs typeface="Roboto"/>
                <a:sym typeface="Roboto"/>
              </a:defRPr>
            </a:lvl1pPr>
            <a:lvl2pPr lvl="1" algn="r">
              <a:spcBef>
                <a:spcPts val="0"/>
              </a:spcBef>
              <a:spcAft>
                <a:spcPts val="0"/>
              </a:spcAft>
              <a:buClr>
                <a:schemeClr val="lt1"/>
              </a:buClr>
              <a:buSzPts val="1000"/>
              <a:buFont typeface="Roboto"/>
              <a:buNone/>
              <a:defRPr sz="1000">
                <a:latin typeface="Roboto"/>
                <a:ea typeface="Roboto"/>
                <a:cs typeface="Roboto"/>
                <a:sym typeface="Roboto"/>
              </a:defRPr>
            </a:lvl2pPr>
            <a:lvl3pPr lvl="2" algn="r">
              <a:spcBef>
                <a:spcPts val="0"/>
              </a:spcBef>
              <a:spcAft>
                <a:spcPts val="0"/>
              </a:spcAft>
              <a:buClr>
                <a:schemeClr val="lt1"/>
              </a:buClr>
              <a:buSzPts val="1000"/>
              <a:buFont typeface="Roboto"/>
              <a:buNone/>
              <a:defRPr sz="1000">
                <a:latin typeface="Roboto"/>
                <a:ea typeface="Roboto"/>
                <a:cs typeface="Roboto"/>
                <a:sym typeface="Roboto"/>
              </a:defRPr>
            </a:lvl3pPr>
            <a:lvl4pPr lvl="3" algn="r">
              <a:spcBef>
                <a:spcPts val="0"/>
              </a:spcBef>
              <a:spcAft>
                <a:spcPts val="0"/>
              </a:spcAft>
              <a:buClr>
                <a:schemeClr val="lt1"/>
              </a:buClr>
              <a:buSzPts val="1000"/>
              <a:buFont typeface="Roboto"/>
              <a:buNone/>
              <a:defRPr sz="1000">
                <a:latin typeface="Roboto"/>
                <a:ea typeface="Roboto"/>
                <a:cs typeface="Roboto"/>
                <a:sym typeface="Roboto"/>
              </a:defRPr>
            </a:lvl4pPr>
            <a:lvl5pPr lvl="4" algn="r">
              <a:spcBef>
                <a:spcPts val="0"/>
              </a:spcBef>
              <a:spcAft>
                <a:spcPts val="0"/>
              </a:spcAft>
              <a:buClr>
                <a:schemeClr val="lt1"/>
              </a:buClr>
              <a:buSzPts val="1000"/>
              <a:buFont typeface="Roboto"/>
              <a:buNone/>
              <a:defRPr sz="1000">
                <a:latin typeface="Roboto"/>
                <a:ea typeface="Roboto"/>
                <a:cs typeface="Roboto"/>
                <a:sym typeface="Roboto"/>
              </a:defRPr>
            </a:lvl5pPr>
            <a:lvl6pPr lvl="5" algn="r">
              <a:spcBef>
                <a:spcPts val="0"/>
              </a:spcBef>
              <a:spcAft>
                <a:spcPts val="0"/>
              </a:spcAft>
              <a:buClr>
                <a:schemeClr val="lt1"/>
              </a:buClr>
              <a:buSzPts val="1000"/>
              <a:buFont typeface="Roboto"/>
              <a:buNone/>
              <a:defRPr sz="1000">
                <a:latin typeface="Roboto"/>
                <a:ea typeface="Roboto"/>
                <a:cs typeface="Roboto"/>
                <a:sym typeface="Roboto"/>
              </a:defRPr>
            </a:lvl6pPr>
            <a:lvl7pPr lvl="6" algn="r">
              <a:spcBef>
                <a:spcPts val="0"/>
              </a:spcBef>
              <a:spcAft>
                <a:spcPts val="0"/>
              </a:spcAft>
              <a:buClr>
                <a:schemeClr val="lt1"/>
              </a:buClr>
              <a:buSzPts val="1000"/>
              <a:buFont typeface="Roboto"/>
              <a:buNone/>
              <a:defRPr sz="1000">
                <a:latin typeface="Roboto"/>
                <a:ea typeface="Roboto"/>
                <a:cs typeface="Roboto"/>
                <a:sym typeface="Roboto"/>
              </a:defRPr>
            </a:lvl7pPr>
            <a:lvl8pPr lvl="7" algn="r">
              <a:spcBef>
                <a:spcPts val="0"/>
              </a:spcBef>
              <a:spcAft>
                <a:spcPts val="0"/>
              </a:spcAft>
              <a:buClr>
                <a:schemeClr val="lt1"/>
              </a:buClr>
              <a:buSzPts val="1000"/>
              <a:buFont typeface="Roboto"/>
              <a:buNone/>
              <a:defRPr sz="1000">
                <a:latin typeface="Roboto"/>
                <a:ea typeface="Roboto"/>
                <a:cs typeface="Roboto"/>
                <a:sym typeface="Roboto"/>
              </a:defRPr>
            </a:lvl8pPr>
            <a:lvl9pPr lvl="8" algn="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description and two images">
  <p:cSld name="CUSTOM_3">
    <p:bg>
      <p:bgPr>
        <a:gradFill>
          <a:gsLst>
            <a:gs pos="0">
              <a:schemeClr val="accent4"/>
            </a:gs>
            <a:gs pos="100000">
              <a:schemeClr val="dk1"/>
            </a:gs>
          </a:gsLst>
          <a:path path="circle">
            <a:fillToRect b="50%" l="50%" r="50%" t="50%"/>
          </a:path>
          <a:tileRect/>
        </a:gradFill>
      </p:bgPr>
    </p:bg>
    <p:spTree>
      <p:nvGrpSpPr>
        <p:cNvPr id="60" name="Shape 60"/>
        <p:cNvGrpSpPr/>
        <p:nvPr/>
      </p:nvGrpSpPr>
      <p:grpSpPr>
        <a:xfrm>
          <a:off x="0" y="0"/>
          <a:ext cx="0" cy="0"/>
          <a:chOff x="0" y="0"/>
          <a:chExt cx="0" cy="0"/>
        </a:xfrm>
      </p:grpSpPr>
      <p:sp>
        <p:nvSpPr>
          <p:cNvPr id="61" name="Google Shape;61;p15"/>
          <p:cNvSpPr/>
          <p:nvPr>
            <p:ph idx="2" type="pic"/>
          </p:nvPr>
        </p:nvSpPr>
        <p:spPr>
          <a:xfrm>
            <a:off x="3766025" y="2334950"/>
            <a:ext cx="3346200" cy="1574400"/>
          </a:xfrm>
          <a:prstGeom prst="rect">
            <a:avLst/>
          </a:prstGeom>
          <a:noFill/>
          <a:ln>
            <a:noFill/>
          </a:ln>
        </p:spPr>
      </p:sp>
      <p:sp>
        <p:nvSpPr>
          <p:cNvPr id="62" name="Google Shape;62;p15"/>
          <p:cNvSpPr/>
          <p:nvPr>
            <p:ph idx="3" type="pic"/>
          </p:nvPr>
        </p:nvSpPr>
        <p:spPr>
          <a:xfrm>
            <a:off x="228625" y="2334950"/>
            <a:ext cx="3346200" cy="1574400"/>
          </a:xfrm>
          <a:prstGeom prst="rect">
            <a:avLst/>
          </a:prstGeom>
          <a:noFill/>
          <a:ln>
            <a:noFill/>
          </a:ln>
        </p:spPr>
      </p:sp>
      <p:sp>
        <p:nvSpPr>
          <p:cNvPr id="63" name="Google Shape;63;p15"/>
          <p:cNvSpPr txBox="1"/>
          <p:nvPr>
            <p:ph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64" name="Google Shape;64;p15"/>
          <p:cNvSpPr txBox="1"/>
          <p:nvPr>
            <p:ph idx="1" type="subTitle"/>
          </p:nvPr>
        </p:nvSpPr>
        <p:spPr>
          <a:xfrm>
            <a:off x="244677" y="1660325"/>
            <a:ext cx="43905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5" name="Google Shape;65;p15"/>
          <p:cNvSpPr txBox="1"/>
          <p:nvPr>
            <p:ph idx="4" type="subTitle"/>
          </p:nvPr>
        </p:nvSpPr>
        <p:spPr>
          <a:xfrm>
            <a:off x="24467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6" name="Google Shape;66;p15"/>
          <p:cNvSpPr txBox="1"/>
          <p:nvPr>
            <p:ph idx="5" type="subTitle"/>
          </p:nvPr>
        </p:nvSpPr>
        <p:spPr>
          <a:xfrm>
            <a:off x="24467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7" name="Google Shape;67;p15"/>
          <p:cNvSpPr txBox="1"/>
          <p:nvPr>
            <p:ph idx="6" type="subTitle"/>
          </p:nvPr>
        </p:nvSpPr>
        <p:spPr>
          <a:xfrm>
            <a:off x="3766025" y="4049575"/>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68" name="Google Shape;68;p15"/>
          <p:cNvSpPr txBox="1"/>
          <p:nvPr>
            <p:ph idx="7" type="subTitle"/>
          </p:nvPr>
        </p:nvSpPr>
        <p:spPr>
          <a:xfrm>
            <a:off x="3766025" y="4406777"/>
            <a:ext cx="3215700" cy="199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69" name="Google Shape;69;p15"/>
          <p:cNvSpPr txBox="1"/>
          <p:nvPr>
            <p:ph hasCustomPrompt="1" idx="8" type="title"/>
          </p:nvPr>
        </p:nvSpPr>
        <p:spPr>
          <a:xfrm>
            <a:off x="149953"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2"/>
              </a:buClr>
              <a:buSzPts val="3000"/>
              <a:buFont typeface="Space Grotesk"/>
              <a:buNone/>
              <a:defRPr sz="3000">
                <a:solidFill>
                  <a:schemeClr val="accent2"/>
                </a:solidFill>
              </a:defRPr>
            </a:lvl1pPr>
            <a:lvl2pPr lvl="1">
              <a:spcBef>
                <a:spcPts val="0"/>
              </a:spcBef>
              <a:spcAft>
                <a:spcPts val="0"/>
              </a:spcAft>
              <a:buClr>
                <a:schemeClr val="accent2"/>
              </a:buClr>
              <a:buSzPts val="3000"/>
              <a:buFont typeface="Space Grotesk"/>
              <a:buNone/>
              <a:defRPr sz="3000">
                <a:solidFill>
                  <a:schemeClr val="accent2"/>
                </a:solidFill>
              </a:defRPr>
            </a:lvl2pPr>
            <a:lvl3pPr lvl="2">
              <a:spcBef>
                <a:spcPts val="0"/>
              </a:spcBef>
              <a:spcAft>
                <a:spcPts val="0"/>
              </a:spcAft>
              <a:buClr>
                <a:schemeClr val="accent2"/>
              </a:buClr>
              <a:buSzPts val="3000"/>
              <a:buFont typeface="Space Grotesk"/>
              <a:buNone/>
              <a:defRPr sz="3000">
                <a:solidFill>
                  <a:schemeClr val="accent2"/>
                </a:solidFill>
              </a:defRPr>
            </a:lvl3pPr>
            <a:lvl4pPr lvl="3">
              <a:spcBef>
                <a:spcPts val="0"/>
              </a:spcBef>
              <a:spcAft>
                <a:spcPts val="0"/>
              </a:spcAft>
              <a:buClr>
                <a:schemeClr val="accent2"/>
              </a:buClr>
              <a:buSzPts val="3000"/>
              <a:buFont typeface="Space Grotesk"/>
              <a:buNone/>
              <a:defRPr sz="3000">
                <a:solidFill>
                  <a:schemeClr val="accent2"/>
                </a:solidFill>
              </a:defRPr>
            </a:lvl4pPr>
            <a:lvl5pPr lvl="4">
              <a:spcBef>
                <a:spcPts val="0"/>
              </a:spcBef>
              <a:spcAft>
                <a:spcPts val="0"/>
              </a:spcAft>
              <a:buClr>
                <a:schemeClr val="accent2"/>
              </a:buClr>
              <a:buSzPts val="3000"/>
              <a:buFont typeface="Space Grotesk"/>
              <a:buNone/>
              <a:defRPr sz="3000">
                <a:solidFill>
                  <a:schemeClr val="accent2"/>
                </a:solidFill>
              </a:defRPr>
            </a:lvl5pPr>
            <a:lvl6pPr lvl="5">
              <a:spcBef>
                <a:spcPts val="0"/>
              </a:spcBef>
              <a:spcAft>
                <a:spcPts val="0"/>
              </a:spcAft>
              <a:buClr>
                <a:schemeClr val="accent2"/>
              </a:buClr>
              <a:buSzPts val="3000"/>
              <a:buFont typeface="Space Grotesk"/>
              <a:buNone/>
              <a:defRPr sz="3000">
                <a:solidFill>
                  <a:schemeClr val="accent2"/>
                </a:solidFill>
              </a:defRPr>
            </a:lvl6pPr>
            <a:lvl7pPr lvl="6">
              <a:spcBef>
                <a:spcPts val="0"/>
              </a:spcBef>
              <a:spcAft>
                <a:spcPts val="0"/>
              </a:spcAft>
              <a:buClr>
                <a:schemeClr val="accent2"/>
              </a:buClr>
              <a:buSzPts val="3000"/>
              <a:buFont typeface="Space Grotesk"/>
              <a:buNone/>
              <a:defRPr sz="3000">
                <a:solidFill>
                  <a:schemeClr val="accent2"/>
                </a:solidFill>
              </a:defRPr>
            </a:lvl7pPr>
            <a:lvl8pPr lvl="7">
              <a:spcBef>
                <a:spcPts val="0"/>
              </a:spcBef>
              <a:spcAft>
                <a:spcPts val="0"/>
              </a:spcAft>
              <a:buClr>
                <a:schemeClr val="accent2"/>
              </a:buClr>
              <a:buSzPts val="3000"/>
              <a:buFont typeface="Space Grotesk"/>
              <a:buNone/>
              <a:defRPr sz="3000">
                <a:solidFill>
                  <a:schemeClr val="accent2"/>
                </a:solidFill>
              </a:defRPr>
            </a:lvl8pPr>
            <a:lvl9pPr lvl="8">
              <a:spcBef>
                <a:spcPts val="0"/>
              </a:spcBef>
              <a:spcAft>
                <a:spcPts val="0"/>
              </a:spcAft>
              <a:buClr>
                <a:schemeClr val="accent2"/>
              </a:buClr>
              <a:buSzPts val="3000"/>
              <a:buFont typeface="Space Grotesk"/>
              <a:buNone/>
              <a:defRPr sz="3000">
                <a:solidFill>
                  <a:schemeClr val="accent2"/>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
    <p:bg>
      <p:bgPr>
        <a:gradFill>
          <a:gsLst>
            <a:gs pos="0">
              <a:schemeClr val="accent4"/>
            </a:gs>
            <a:gs pos="100000">
              <a:schemeClr val="dk1"/>
            </a:gs>
          </a:gsLst>
          <a:path path="circle">
            <a:fillToRect b="50%" l="50%" r="50%" t="50%"/>
          </a:path>
          <a:tileRect/>
        </a:gradFill>
      </p:bgPr>
    </p:bg>
    <p:spTree>
      <p:nvGrpSpPr>
        <p:cNvPr id="70" name="Shape 70"/>
        <p:cNvGrpSpPr/>
        <p:nvPr/>
      </p:nvGrpSpPr>
      <p:grpSpPr>
        <a:xfrm>
          <a:off x="0" y="0"/>
          <a:ext cx="0" cy="0"/>
          <a:chOff x="0" y="0"/>
          <a:chExt cx="0" cy="0"/>
        </a:xfrm>
      </p:grpSpPr>
      <p:sp>
        <p:nvSpPr>
          <p:cNvPr id="71" name="Google Shape;71;p1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2" name="Google Shape;72;p16"/>
          <p:cNvSpPr txBox="1"/>
          <p:nvPr>
            <p:ph idx="1" type="body"/>
          </p:nvPr>
        </p:nvSpPr>
        <p:spPr>
          <a:xfrm>
            <a:off x="228600" y="1177425"/>
            <a:ext cx="3755700" cy="1792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_2">
    <p:bg>
      <p:bgPr>
        <a:gradFill>
          <a:gsLst>
            <a:gs pos="0">
              <a:schemeClr val="accent4"/>
            </a:gs>
            <a:gs pos="100000">
              <a:schemeClr val="dk1"/>
            </a:gs>
          </a:gsLst>
          <a:path path="circle">
            <a:fillToRect b="50%" l="50%" r="50%" t="50%"/>
          </a:path>
          <a:tileRect/>
        </a:gra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txBox="1"/>
          <p:nvPr>
            <p:ph idx="1" type="body"/>
          </p:nvPr>
        </p:nvSpPr>
        <p:spPr>
          <a:xfrm>
            <a:off x="228600" y="1177425"/>
            <a:ext cx="37557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76" name="Google Shape;76;p17"/>
          <p:cNvSpPr/>
          <p:nvPr/>
        </p:nvSpPr>
        <p:spPr>
          <a:xfrm rot="-4965287">
            <a:off x="3128596" y="1334473"/>
            <a:ext cx="9524549" cy="9524549"/>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77" name="Google Shape;77;p17"/>
          <p:cNvSpPr txBox="1"/>
          <p:nvPr>
            <p:ph idx="2" type="subTitle"/>
          </p:nvPr>
        </p:nvSpPr>
        <p:spPr>
          <a:xfrm>
            <a:off x="5571900" y="3313500"/>
            <a:ext cx="3343500" cy="7536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78" name="Google Shape;78;p17"/>
          <p:cNvSpPr txBox="1"/>
          <p:nvPr>
            <p:ph idx="3" type="subTitle"/>
          </p:nvPr>
        </p:nvSpPr>
        <p:spPr>
          <a:xfrm>
            <a:off x="5571900" y="4320975"/>
            <a:ext cx="3343500" cy="3564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79" name="Shape 79"/>
        <p:cNvGrpSpPr/>
        <p:nvPr/>
      </p:nvGrpSpPr>
      <p:grpSpPr>
        <a:xfrm>
          <a:off x="0" y="0"/>
          <a:ext cx="0" cy="0"/>
          <a:chOff x="0" y="0"/>
          <a:chExt cx="0" cy="0"/>
        </a:xfrm>
      </p:grpSpPr>
      <p:sp>
        <p:nvSpPr>
          <p:cNvPr id="80" name="Google Shape;80;p18"/>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messures">
  <p:cSld name="CUSTOM_8">
    <p:spTree>
      <p:nvGrpSpPr>
        <p:cNvPr id="81" name="Shape 81"/>
        <p:cNvGrpSpPr/>
        <p:nvPr/>
      </p:nvGrpSpPr>
      <p:grpSpPr>
        <a:xfrm>
          <a:off x="0" y="0"/>
          <a:ext cx="0" cy="0"/>
          <a:chOff x="0" y="0"/>
          <a:chExt cx="0" cy="0"/>
        </a:xfrm>
      </p:grpSpPr>
      <p:sp>
        <p:nvSpPr>
          <p:cNvPr id="82" name="Google Shape;82;p19"/>
          <p:cNvSpPr txBox="1"/>
          <p:nvPr>
            <p:ph type="title"/>
          </p:nvPr>
        </p:nvSpPr>
        <p:spPr>
          <a:xfrm>
            <a:off x="212450" y="177900"/>
            <a:ext cx="5789400" cy="998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3" name="Google Shape;83;p19"/>
          <p:cNvSpPr txBox="1"/>
          <p:nvPr>
            <p:ph idx="2" type="title"/>
          </p:nvPr>
        </p:nvSpPr>
        <p:spPr>
          <a:xfrm>
            <a:off x="2218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4" name="Google Shape;84;p19"/>
          <p:cNvSpPr txBox="1"/>
          <p:nvPr>
            <p:ph idx="3" type="title"/>
          </p:nvPr>
        </p:nvSpPr>
        <p:spPr>
          <a:xfrm>
            <a:off x="2218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5" name="Google Shape;85;p19"/>
          <p:cNvSpPr txBox="1"/>
          <p:nvPr>
            <p:ph idx="4" type="title"/>
          </p:nvPr>
        </p:nvSpPr>
        <p:spPr>
          <a:xfrm>
            <a:off x="335585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6" name="Google Shape;86;p19"/>
          <p:cNvSpPr txBox="1"/>
          <p:nvPr>
            <p:ph idx="5" type="title"/>
          </p:nvPr>
        </p:nvSpPr>
        <p:spPr>
          <a:xfrm>
            <a:off x="6489900" y="2500876"/>
            <a:ext cx="2425500" cy="632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87" name="Google Shape;87;p19"/>
          <p:cNvSpPr txBox="1"/>
          <p:nvPr>
            <p:ph idx="6" type="title"/>
          </p:nvPr>
        </p:nvSpPr>
        <p:spPr>
          <a:xfrm>
            <a:off x="335585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8" name="Google Shape;88;p19"/>
          <p:cNvSpPr txBox="1"/>
          <p:nvPr>
            <p:ph idx="7" type="title"/>
          </p:nvPr>
        </p:nvSpPr>
        <p:spPr>
          <a:xfrm>
            <a:off x="6496700" y="3264873"/>
            <a:ext cx="24255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atin typeface="Roboto"/>
                <a:ea typeface="Roboto"/>
                <a:cs typeface="Roboto"/>
                <a:sym typeface="Roboto"/>
              </a:defRPr>
            </a:lvl1pPr>
            <a:lvl2pPr lvl="1">
              <a:lnSpc>
                <a:spcPct val="115000"/>
              </a:lnSpc>
              <a:spcBef>
                <a:spcPts val="0"/>
              </a:spcBef>
              <a:spcAft>
                <a:spcPts val="0"/>
              </a:spcAft>
              <a:buNone/>
              <a:defRPr sz="1000">
                <a:latin typeface="Roboto"/>
                <a:ea typeface="Roboto"/>
                <a:cs typeface="Roboto"/>
                <a:sym typeface="Roboto"/>
              </a:defRPr>
            </a:lvl2pPr>
            <a:lvl3pPr lvl="2">
              <a:lnSpc>
                <a:spcPct val="115000"/>
              </a:lnSpc>
              <a:spcBef>
                <a:spcPts val="0"/>
              </a:spcBef>
              <a:spcAft>
                <a:spcPts val="0"/>
              </a:spcAft>
              <a:buNone/>
              <a:defRPr sz="1000">
                <a:latin typeface="Roboto"/>
                <a:ea typeface="Roboto"/>
                <a:cs typeface="Roboto"/>
                <a:sym typeface="Roboto"/>
              </a:defRPr>
            </a:lvl3pPr>
            <a:lvl4pPr lvl="3">
              <a:lnSpc>
                <a:spcPct val="115000"/>
              </a:lnSpc>
              <a:spcBef>
                <a:spcPts val="0"/>
              </a:spcBef>
              <a:spcAft>
                <a:spcPts val="0"/>
              </a:spcAft>
              <a:buNone/>
              <a:defRPr sz="1000">
                <a:latin typeface="Roboto"/>
                <a:ea typeface="Roboto"/>
                <a:cs typeface="Roboto"/>
                <a:sym typeface="Roboto"/>
              </a:defRPr>
            </a:lvl4pPr>
            <a:lvl5pPr lvl="4">
              <a:lnSpc>
                <a:spcPct val="115000"/>
              </a:lnSpc>
              <a:spcBef>
                <a:spcPts val="0"/>
              </a:spcBef>
              <a:spcAft>
                <a:spcPts val="0"/>
              </a:spcAft>
              <a:buNone/>
              <a:defRPr sz="1000">
                <a:latin typeface="Roboto"/>
                <a:ea typeface="Roboto"/>
                <a:cs typeface="Roboto"/>
                <a:sym typeface="Roboto"/>
              </a:defRPr>
            </a:lvl5pPr>
            <a:lvl6pPr lvl="5">
              <a:lnSpc>
                <a:spcPct val="115000"/>
              </a:lnSpc>
              <a:spcBef>
                <a:spcPts val="0"/>
              </a:spcBef>
              <a:spcAft>
                <a:spcPts val="0"/>
              </a:spcAft>
              <a:buNone/>
              <a:defRPr sz="1000">
                <a:latin typeface="Roboto"/>
                <a:ea typeface="Roboto"/>
                <a:cs typeface="Roboto"/>
                <a:sym typeface="Roboto"/>
              </a:defRPr>
            </a:lvl6pPr>
            <a:lvl7pPr lvl="6">
              <a:lnSpc>
                <a:spcPct val="115000"/>
              </a:lnSpc>
              <a:spcBef>
                <a:spcPts val="0"/>
              </a:spcBef>
              <a:spcAft>
                <a:spcPts val="0"/>
              </a:spcAft>
              <a:buNone/>
              <a:defRPr sz="1000">
                <a:latin typeface="Roboto"/>
                <a:ea typeface="Roboto"/>
                <a:cs typeface="Roboto"/>
                <a:sym typeface="Roboto"/>
              </a:defRPr>
            </a:lvl7pPr>
            <a:lvl8pPr lvl="7">
              <a:lnSpc>
                <a:spcPct val="115000"/>
              </a:lnSpc>
              <a:spcBef>
                <a:spcPts val="0"/>
              </a:spcBef>
              <a:spcAft>
                <a:spcPts val="0"/>
              </a:spcAft>
              <a:buNone/>
              <a:defRPr sz="1000">
                <a:latin typeface="Roboto"/>
                <a:ea typeface="Roboto"/>
                <a:cs typeface="Roboto"/>
                <a:sym typeface="Roboto"/>
              </a:defRPr>
            </a:lvl8pPr>
            <a:lvl9pPr lvl="8">
              <a:lnSpc>
                <a:spcPct val="115000"/>
              </a:lnSpc>
              <a:spcBef>
                <a:spcPts val="0"/>
              </a:spcBef>
              <a:spcAft>
                <a:spcPts val="0"/>
              </a:spcAft>
              <a:buNone/>
              <a:defRPr sz="1000">
                <a:latin typeface="Roboto"/>
                <a:ea typeface="Roboto"/>
                <a:cs typeface="Roboto"/>
                <a:sym typeface="Roboto"/>
              </a:defRPr>
            </a:lvl9pPr>
          </a:lstStyle>
          <a:p/>
        </p:txBody>
      </p:sp>
      <p:sp>
        <p:nvSpPr>
          <p:cNvPr id="89" name="Google Shape;89;p19"/>
          <p:cNvSpPr txBox="1"/>
          <p:nvPr>
            <p:ph hasCustomPrompt="1" idx="8" type="title"/>
          </p:nvPr>
        </p:nvSpPr>
        <p:spPr>
          <a:xfrm>
            <a:off x="2286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0" name="Google Shape;90;p19"/>
          <p:cNvSpPr txBox="1"/>
          <p:nvPr>
            <p:ph idx="9" type="title"/>
          </p:nvPr>
        </p:nvSpPr>
        <p:spPr>
          <a:xfrm>
            <a:off x="2286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1" name="Google Shape;91;p19"/>
          <p:cNvSpPr txBox="1"/>
          <p:nvPr>
            <p:ph hasCustomPrompt="1" idx="13" type="title"/>
          </p:nvPr>
        </p:nvSpPr>
        <p:spPr>
          <a:xfrm>
            <a:off x="18648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2" name="Google Shape;92;p19"/>
          <p:cNvSpPr txBox="1"/>
          <p:nvPr>
            <p:ph idx="14" type="title"/>
          </p:nvPr>
        </p:nvSpPr>
        <p:spPr>
          <a:xfrm>
            <a:off x="18648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3" name="Google Shape;93;p19"/>
          <p:cNvSpPr txBox="1"/>
          <p:nvPr>
            <p:ph hasCustomPrompt="1" idx="15" type="title"/>
          </p:nvPr>
        </p:nvSpPr>
        <p:spPr>
          <a:xfrm>
            <a:off x="33592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4" name="Google Shape;94;p19"/>
          <p:cNvSpPr txBox="1"/>
          <p:nvPr>
            <p:ph idx="16" type="title"/>
          </p:nvPr>
        </p:nvSpPr>
        <p:spPr>
          <a:xfrm>
            <a:off x="33592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5" name="Google Shape;95;p19"/>
          <p:cNvSpPr txBox="1"/>
          <p:nvPr>
            <p:ph hasCustomPrompt="1" idx="17" type="title"/>
          </p:nvPr>
        </p:nvSpPr>
        <p:spPr>
          <a:xfrm>
            <a:off x="499545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96" name="Google Shape;96;p19"/>
          <p:cNvSpPr txBox="1"/>
          <p:nvPr>
            <p:ph idx="18" type="title"/>
          </p:nvPr>
        </p:nvSpPr>
        <p:spPr>
          <a:xfrm>
            <a:off x="499545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7" name="Google Shape;97;p19"/>
          <p:cNvSpPr txBox="1"/>
          <p:nvPr>
            <p:ph hasCustomPrompt="1" idx="19" type="title"/>
          </p:nvPr>
        </p:nvSpPr>
        <p:spPr>
          <a:xfrm>
            <a:off x="64899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1pPr>
            <a:lvl2pPr lvl="1">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2pPr>
            <a:lvl3pPr lvl="2">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3pPr>
            <a:lvl4pPr lvl="3">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4pPr>
            <a:lvl5pPr lvl="4">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5pPr>
            <a:lvl6pPr lvl="5">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6pPr>
            <a:lvl7pPr lvl="6">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7pPr>
            <a:lvl8pPr lvl="7">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8pPr>
            <a:lvl9pPr lvl="8">
              <a:spcBef>
                <a:spcPts val="0"/>
              </a:spcBef>
              <a:spcAft>
                <a:spcPts val="0"/>
              </a:spcAft>
              <a:buClr>
                <a:schemeClr val="accent4"/>
              </a:buClr>
              <a:buSzPts val="2400"/>
              <a:buFont typeface="Space Grotesk Light"/>
              <a:buNone/>
              <a:defRPr sz="2400">
                <a:solidFill>
                  <a:schemeClr val="accent4"/>
                </a:solidFill>
                <a:latin typeface="Space Grotesk Light"/>
                <a:ea typeface="Space Grotesk Light"/>
                <a:cs typeface="Space Grotesk Light"/>
                <a:sym typeface="Space Grotesk Light"/>
              </a:defRPr>
            </a:lvl9pPr>
          </a:lstStyle>
          <a:p>
            <a:r>
              <a:t>xx%</a:t>
            </a:r>
          </a:p>
        </p:txBody>
      </p:sp>
      <p:sp>
        <p:nvSpPr>
          <p:cNvPr id="98" name="Google Shape;98;p19"/>
          <p:cNvSpPr txBox="1"/>
          <p:nvPr>
            <p:ph idx="20" type="title"/>
          </p:nvPr>
        </p:nvSpPr>
        <p:spPr>
          <a:xfrm>
            <a:off x="64899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99" name="Google Shape;99;p19"/>
          <p:cNvSpPr txBox="1"/>
          <p:nvPr>
            <p:ph hasCustomPrompt="1" idx="21" type="title"/>
          </p:nvPr>
        </p:nvSpPr>
        <p:spPr>
          <a:xfrm>
            <a:off x="8126103" y="4043131"/>
            <a:ext cx="1226400" cy="415500"/>
          </a:xfrm>
          <a:prstGeom prst="rect">
            <a:avLst/>
          </a:prstGeom>
        </p:spPr>
        <p:txBody>
          <a:bodyPr anchorCtr="0" anchor="b" bIns="91425" lIns="0" spcFirstLastPara="1" rIns="0" wrap="square" tIns="91425">
            <a:noAutofit/>
          </a:bodyPr>
          <a:lstStyle>
            <a:lvl1pPr lvl="0">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1pPr>
            <a:lvl2pPr lvl="1">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2pPr>
            <a:lvl3pPr lvl="2">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3pPr>
            <a:lvl4pPr lvl="3">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4pPr>
            <a:lvl5pPr lvl="4">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5pPr>
            <a:lvl6pPr lvl="5">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6pPr>
            <a:lvl7pPr lvl="6">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7pPr>
            <a:lvl8pPr lvl="7">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8pPr>
            <a:lvl9pPr lvl="8">
              <a:spcBef>
                <a:spcPts val="0"/>
              </a:spcBef>
              <a:spcAft>
                <a:spcPts val="0"/>
              </a:spcAft>
              <a:buClr>
                <a:schemeClr val="accent2"/>
              </a:buClr>
              <a:buSzPts val="2400"/>
              <a:buFont typeface="Space Grotesk Light"/>
              <a:buNone/>
              <a:defRPr sz="2400">
                <a:solidFill>
                  <a:schemeClr val="accent2"/>
                </a:solidFill>
                <a:latin typeface="Space Grotesk Light"/>
                <a:ea typeface="Space Grotesk Light"/>
                <a:cs typeface="Space Grotesk Light"/>
                <a:sym typeface="Space Grotesk Light"/>
              </a:defRPr>
            </a:lvl9pPr>
          </a:lstStyle>
          <a:p>
            <a:r>
              <a:t>xx%</a:t>
            </a:r>
          </a:p>
        </p:txBody>
      </p:sp>
      <p:sp>
        <p:nvSpPr>
          <p:cNvPr id="100" name="Google Shape;100;p19"/>
          <p:cNvSpPr txBox="1"/>
          <p:nvPr>
            <p:ph idx="22" type="title"/>
          </p:nvPr>
        </p:nvSpPr>
        <p:spPr>
          <a:xfrm>
            <a:off x="8126100" y="4412525"/>
            <a:ext cx="789300" cy="369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s highlighted outcomes">
  <p:cSld name="CUSTOM_7">
    <p:bg>
      <p:bgPr>
        <a:gradFill>
          <a:gsLst>
            <a:gs pos="0">
              <a:schemeClr val="accent4"/>
            </a:gs>
            <a:gs pos="100000">
              <a:schemeClr val="dk1"/>
            </a:gs>
          </a:gsLst>
          <a:lin ang="5400012" scaled="0"/>
        </a:grad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212450" y="177900"/>
            <a:ext cx="5789400" cy="774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03" name="Google Shape;103;p20"/>
          <p:cNvSpPr txBox="1"/>
          <p:nvPr>
            <p:ph idx="1" type="subTitle"/>
          </p:nvPr>
        </p:nvSpPr>
        <p:spPr>
          <a:xfrm>
            <a:off x="228600" y="179930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4" name="Google Shape;104;p20"/>
          <p:cNvSpPr txBox="1"/>
          <p:nvPr>
            <p:ph idx="2" type="subTitle"/>
          </p:nvPr>
        </p:nvSpPr>
        <p:spPr>
          <a:xfrm>
            <a:off x="228600" y="2926752"/>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5" name="Google Shape;105;p20"/>
          <p:cNvSpPr txBox="1"/>
          <p:nvPr>
            <p:ph idx="3" type="subTitle"/>
          </p:nvPr>
        </p:nvSpPr>
        <p:spPr>
          <a:xfrm>
            <a:off x="228600" y="4033496"/>
            <a:ext cx="16494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06" name="Google Shape;106;p20"/>
          <p:cNvSpPr txBox="1"/>
          <p:nvPr>
            <p:ph idx="4" type="subTitle"/>
          </p:nvPr>
        </p:nvSpPr>
        <p:spPr>
          <a:xfrm>
            <a:off x="2443950" y="18200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7" name="Google Shape;107;p20"/>
          <p:cNvSpPr txBox="1"/>
          <p:nvPr>
            <p:ph idx="5" type="subTitle"/>
          </p:nvPr>
        </p:nvSpPr>
        <p:spPr>
          <a:xfrm>
            <a:off x="2443950" y="29371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8" name="Google Shape;108;p20"/>
          <p:cNvSpPr txBox="1"/>
          <p:nvPr>
            <p:ph idx="6" type="subTitle"/>
          </p:nvPr>
        </p:nvSpPr>
        <p:spPr>
          <a:xfrm>
            <a:off x="2443950" y="4054200"/>
            <a:ext cx="19287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09" name="Google Shape;109;p20"/>
          <p:cNvSpPr txBox="1"/>
          <p:nvPr>
            <p:ph idx="7" type="subTitle"/>
          </p:nvPr>
        </p:nvSpPr>
        <p:spPr>
          <a:xfrm>
            <a:off x="5050200" y="18200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0" name="Google Shape;110;p20"/>
          <p:cNvSpPr txBox="1"/>
          <p:nvPr>
            <p:ph idx="8" type="subTitle"/>
          </p:nvPr>
        </p:nvSpPr>
        <p:spPr>
          <a:xfrm>
            <a:off x="5050200" y="29371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
        <p:nvSpPr>
          <p:cNvPr id="111" name="Google Shape;111;p20"/>
          <p:cNvSpPr txBox="1"/>
          <p:nvPr>
            <p:ph idx="9" type="subTitle"/>
          </p:nvPr>
        </p:nvSpPr>
        <p:spPr>
          <a:xfrm>
            <a:off x="5050200" y="4054200"/>
            <a:ext cx="2797500" cy="609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2400"/>
              <a:buFont typeface="Space Grotesk"/>
              <a:buNone/>
              <a:defRPr sz="2400"/>
            </a:lvl1pPr>
            <a:lvl2pPr lvl="1">
              <a:spcBef>
                <a:spcPts val="0"/>
              </a:spcBef>
              <a:spcAft>
                <a:spcPts val="0"/>
              </a:spcAft>
              <a:buClr>
                <a:schemeClr val="lt1"/>
              </a:buClr>
              <a:buSzPts val="2400"/>
              <a:buFont typeface="Space Grotesk"/>
              <a:buNone/>
              <a:defRPr sz="2400"/>
            </a:lvl2pPr>
            <a:lvl3pPr lvl="2">
              <a:spcBef>
                <a:spcPts val="0"/>
              </a:spcBef>
              <a:spcAft>
                <a:spcPts val="0"/>
              </a:spcAft>
              <a:buClr>
                <a:schemeClr val="lt1"/>
              </a:buClr>
              <a:buSzPts val="2400"/>
              <a:buFont typeface="Space Grotesk"/>
              <a:buNone/>
              <a:defRPr sz="2400"/>
            </a:lvl3pPr>
            <a:lvl4pPr lvl="3">
              <a:spcBef>
                <a:spcPts val="0"/>
              </a:spcBef>
              <a:spcAft>
                <a:spcPts val="0"/>
              </a:spcAft>
              <a:buClr>
                <a:schemeClr val="lt1"/>
              </a:buClr>
              <a:buSzPts val="2400"/>
              <a:buFont typeface="Space Grotesk"/>
              <a:buNone/>
              <a:defRPr sz="2400"/>
            </a:lvl4pPr>
            <a:lvl5pPr lvl="4">
              <a:spcBef>
                <a:spcPts val="0"/>
              </a:spcBef>
              <a:spcAft>
                <a:spcPts val="0"/>
              </a:spcAft>
              <a:buClr>
                <a:schemeClr val="lt1"/>
              </a:buClr>
              <a:buSzPts val="2400"/>
              <a:buFont typeface="Space Grotesk"/>
              <a:buNone/>
              <a:defRPr sz="2400"/>
            </a:lvl5pPr>
            <a:lvl6pPr lvl="5">
              <a:spcBef>
                <a:spcPts val="0"/>
              </a:spcBef>
              <a:spcAft>
                <a:spcPts val="0"/>
              </a:spcAft>
              <a:buClr>
                <a:schemeClr val="lt1"/>
              </a:buClr>
              <a:buSzPts val="2400"/>
              <a:buFont typeface="Space Grotesk"/>
              <a:buNone/>
              <a:defRPr sz="2400"/>
            </a:lvl6pPr>
            <a:lvl7pPr lvl="6">
              <a:spcBef>
                <a:spcPts val="0"/>
              </a:spcBef>
              <a:spcAft>
                <a:spcPts val="0"/>
              </a:spcAft>
              <a:buClr>
                <a:schemeClr val="lt1"/>
              </a:buClr>
              <a:buSzPts val="2400"/>
              <a:buFont typeface="Space Grotesk"/>
              <a:buNone/>
              <a:defRPr sz="2400"/>
            </a:lvl7pPr>
            <a:lvl8pPr lvl="7">
              <a:spcBef>
                <a:spcPts val="0"/>
              </a:spcBef>
              <a:spcAft>
                <a:spcPts val="0"/>
              </a:spcAft>
              <a:buClr>
                <a:schemeClr val="lt1"/>
              </a:buClr>
              <a:buSzPts val="2400"/>
              <a:buFont typeface="Space Grotesk"/>
              <a:buNone/>
              <a:defRPr sz="2400"/>
            </a:lvl8pPr>
            <a:lvl9pPr lvl="8">
              <a:spcBef>
                <a:spcPts val="0"/>
              </a:spcBef>
              <a:spcAft>
                <a:spcPts val="0"/>
              </a:spcAft>
              <a:buClr>
                <a:schemeClr val="lt1"/>
              </a:buClr>
              <a:buSzPts val="2400"/>
              <a:buFont typeface="Space Grotesk"/>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ndicators">
  <p:cSld name="CUSTOM_6">
    <p:spTree>
      <p:nvGrpSpPr>
        <p:cNvPr id="112" name="Shape 112"/>
        <p:cNvGrpSpPr/>
        <p:nvPr/>
      </p:nvGrpSpPr>
      <p:grpSpPr>
        <a:xfrm>
          <a:off x="0" y="0"/>
          <a:ext cx="0" cy="0"/>
          <a:chOff x="0" y="0"/>
          <a:chExt cx="0" cy="0"/>
        </a:xfrm>
      </p:grpSpPr>
      <p:sp>
        <p:nvSpPr>
          <p:cNvPr id="113" name="Google Shape;113;p21"/>
          <p:cNvSpPr txBox="1"/>
          <p:nvPr>
            <p:ph hasCustomPrompt="1" type="title"/>
          </p:nvPr>
        </p:nvSpPr>
        <p:spPr>
          <a:xfrm>
            <a:off x="3370125" y="3495645"/>
            <a:ext cx="11274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3600"/>
              <a:buFont typeface="Space Grotesk Light"/>
              <a:buNone/>
              <a:defRPr sz="3600">
                <a:latin typeface="Space Grotesk Light"/>
                <a:ea typeface="Space Grotesk Light"/>
                <a:cs typeface="Space Grotesk Light"/>
                <a:sym typeface="Space Grotesk Light"/>
              </a:defRPr>
            </a:lvl1pPr>
            <a:lvl2pPr lvl="1"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3600"/>
              <a:buFont typeface="Space Grotesk Light"/>
              <a:buNone/>
              <a:defRPr sz="3600">
                <a:solidFill>
                  <a:schemeClr val="lt1"/>
                </a:solidFill>
                <a:latin typeface="Space Grotesk Light"/>
                <a:ea typeface="Space Grotesk Light"/>
                <a:cs typeface="Space Grotesk Light"/>
                <a:sym typeface="Space Grotesk Light"/>
              </a:defRPr>
            </a:lvl9pPr>
          </a:lstStyle>
          <a:p>
            <a:r>
              <a:t>xx%</a:t>
            </a:r>
          </a:p>
        </p:txBody>
      </p:sp>
      <p:sp>
        <p:nvSpPr>
          <p:cNvPr id="114" name="Google Shape;114;p21"/>
          <p:cNvSpPr txBox="1"/>
          <p:nvPr>
            <p:ph idx="1" type="subTitle"/>
          </p:nvPr>
        </p:nvSpPr>
        <p:spPr>
          <a:xfrm>
            <a:off x="3372000" y="3897425"/>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5" name="Google Shape;115;p21"/>
          <p:cNvSpPr txBox="1"/>
          <p:nvPr>
            <p:ph hasCustomPrompt="1" idx="2" type="title"/>
          </p:nvPr>
        </p:nvSpPr>
        <p:spPr>
          <a:xfrm>
            <a:off x="5819400" y="2556158"/>
            <a:ext cx="2208900" cy="790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7400"/>
              <a:buFont typeface="Space Grotesk Light"/>
              <a:buNone/>
              <a:defRPr sz="7400">
                <a:latin typeface="Space Grotesk Light"/>
                <a:ea typeface="Space Grotesk Light"/>
                <a:cs typeface="Space Grotesk Light"/>
                <a:sym typeface="Space Grotesk Light"/>
              </a:defRPr>
            </a:lvl1pPr>
            <a:lvl2pPr lvl="1"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7400"/>
              <a:buFont typeface="Space Grotesk Light"/>
              <a:buNone/>
              <a:defRPr sz="7400">
                <a:solidFill>
                  <a:schemeClr val="lt1"/>
                </a:solidFill>
                <a:latin typeface="Space Grotesk Light"/>
                <a:ea typeface="Space Grotesk Light"/>
                <a:cs typeface="Space Grotesk Light"/>
                <a:sym typeface="Space Grotesk Light"/>
              </a:defRPr>
            </a:lvl9pPr>
          </a:lstStyle>
          <a:p>
            <a:r>
              <a:t>xx%</a:t>
            </a:r>
          </a:p>
        </p:txBody>
      </p:sp>
      <p:sp>
        <p:nvSpPr>
          <p:cNvPr id="116" name="Google Shape;116;p21"/>
          <p:cNvSpPr txBox="1"/>
          <p:nvPr>
            <p:ph idx="3" type="subTitle"/>
          </p:nvPr>
        </p:nvSpPr>
        <p:spPr>
          <a:xfrm>
            <a:off x="6017200" y="3305600"/>
            <a:ext cx="17316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
        <p:nvSpPr>
          <p:cNvPr id="117" name="Google Shape;117;p21"/>
          <p:cNvSpPr txBox="1"/>
          <p:nvPr>
            <p:ph idx="4" type="title"/>
          </p:nvPr>
        </p:nvSpPr>
        <p:spPr>
          <a:xfrm>
            <a:off x="212450" y="177900"/>
            <a:ext cx="5645700" cy="7902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8" name="Google Shape;118;p21"/>
          <p:cNvSpPr txBox="1"/>
          <p:nvPr>
            <p:ph hasCustomPrompt="1" idx="5" type="title"/>
          </p:nvPr>
        </p:nvSpPr>
        <p:spPr>
          <a:xfrm>
            <a:off x="1753450" y="3792650"/>
            <a:ext cx="798000" cy="467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2000"/>
              <a:buFont typeface="Space Grotesk Light"/>
              <a:buNone/>
              <a:defRPr sz="2000">
                <a:latin typeface="Space Grotesk Light"/>
                <a:ea typeface="Space Grotesk Light"/>
                <a:cs typeface="Space Grotesk Light"/>
                <a:sym typeface="Space Grotesk Light"/>
              </a:defRPr>
            </a:lvl1pPr>
            <a:lvl2pPr lvl="1"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2pPr>
            <a:lvl3pPr lvl="2"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3pPr>
            <a:lvl4pPr lvl="3"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4pPr>
            <a:lvl5pPr lvl="4"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5pPr>
            <a:lvl6pPr lvl="5"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6pPr>
            <a:lvl7pPr lvl="6"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7pPr>
            <a:lvl8pPr lvl="7"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8pPr>
            <a:lvl9pPr lvl="8" algn="ctr">
              <a:spcBef>
                <a:spcPts val="0"/>
              </a:spcBef>
              <a:spcAft>
                <a:spcPts val="0"/>
              </a:spcAft>
              <a:buClr>
                <a:schemeClr val="lt1"/>
              </a:buClr>
              <a:buSzPts val="2000"/>
              <a:buFont typeface="Space Grotesk Light"/>
              <a:buNone/>
              <a:defRPr sz="2000">
                <a:solidFill>
                  <a:schemeClr val="lt1"/>
                </a:solidFill>
                <a:latin typeface="Space Grotesk Light"/>
                <a:ea typeface="Space Grotesk Light"/>
                <a:cs typeface="Space Grotesk Light"/>
                <a:sym typeface="Space Grotesk Light"/>
              </a:defRPr>
            </a:lvl9pPr>
          </a:lstStyle>
          <a:p>
            <a:r>
              <a:t>xx%</a:t>
            </a:r>
          </a:p>
        </p:txBody>
      </p:sp>
      <p:sp>
        <p:nvSpPr>
          <p:cNvPr id="119" name="Google Shape;119;p21"/>
          <p:cNvSpPr txBox="1"/>
          <p:nvPr>
            <p:ph idx="6" type="subTitle"/>
          </p:nvPr>
        </p:nvSpPr>
        <p:spPr>
          <a:xfrm>
            <a:off x="1561550" y="4183550"/>
            <a:ext cx="1181700" cy="279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Roboto"/>
              <a:buNone/>
              <a:defRPr sz="1200">
                <a:latin typeface="Roboto"/>
                <a:ea typeface="Roboto"/>
                <a:cs typeface="Roboto"/>
                <a:sym typeface="Roboto"/>
              </a:defRPr>
            </a:lvl1pPr>
            <a:lvl2pPr lvl="1" algn="ctr">
              <a:spcBef>
                <a:spcPts val="0"/>
              </a:spcBef>
              <a:spcAft>
                <a:spcPts val="0"/>
              </a:spcAft>
              <a:buClr>
                <a:schemeClr val="lt1"/>
              </a:buClr>
              <a:buSzPts val="1200"/>
              <a:buFont typeface="Roboto"/>
              <a:buNone/>
              <a:defRPr sz="1200">
                <a:latin typeface="Roboto"/>
                <a:ea typeface="Roboto"/>
                <a:cs typeface="Roboto"/>
                <a:sym typeface="Roboto"/>
              </a:defRPr>
            </a:lvl2pPr>
            <a:lvl3pPr lvl="2" algn="ctr">
              <a:spcBef>
                <a:spcPts val="0"/>
              </a:spcBef>
              <a:spcAft>
                <a:spcPts val="0"/>
              </a:spcAft>
              <a:buClr>
                <a:schemeClr val="lt1"/>
              </a:buClr>
              <a:buSzPts val="1200"/>
              <a:buFont typeface="Roboto"/>
              <a:buNone/>
              <a:defRPr sz="1200">
                <a:latin typeface="Roboto"/>
                <a:ea typeface="Roboto"/>
                <a:cs typeface="Roboto"/>
                <a:sym typeface="Roboto"/>
              </a:defRPr>
            </a:lvl3pPr>
            <a:lvl4pPr lvl="3" algn="ctr">
              <a:spcBef>
                <a:spcPts val="0"/>
              </a:spcBef>
              <a:spcAft>
                <a:spcPts val="0"/>
              </a:spcAft>
              <a:buClr>
                <a:schemeClr val="lt1"/>
              </a:buClr>
              <a:buSzPts val="1200"/>
              <a:buFont typeface="Roboto"/>
              <a:buNone/>
              <a:defRPr sz="1200">
                <a:latin typeface="Roboto"/>
                <a:ea typeface="Roboto"/>
                <a:cs typeface="Roboto"/>
                <a:sym typeface="Roboto"/>
              </a:defRPr>
            </a:lvl4pPr>
            <a:lvl5pPr lvl="4" algn="ctr">
              <a:spcBef>
                <a:spcPts val="0"/>
              </a:spcBef>
              <a:spcAft>
                <a:spcPts val="0"/>
              </a:spcAft>
              <a:buClr>
                <a:schemeClr val="lt1"/>
              </a:buClr>
              <a:buSzPts val="1200"/>
              <a:buFont typeface="Roboto"/>
              <a:buNone/>
              <a:defRPr sz="1200">
                <a:latin typeface="Roboto"/>
                <a:ea typeface="Roboto"/>
                <a:cs typeface="Roboto"/>
                <a:sym typeface="Roboto"/>
              </a:defRPr>
            </a:lvl5pPr>
            <a:lvl6pPr lvl="5" algn="ctr">
              <a:spcBef>
                <a:spcPts val="0"/>
              </a:spcBef>
              <a:spcAft>
                <a:spcPts val="0"/>
              </a:spcAft>
              <a:buClr>
                <a:schemeClr val="lt1"/>
              </a:buClr>
              <a:buSzPts val="1200"/>
              <a:buFont typeface="Roboto"/>
              <a:buNone/>
              <a:defRPr sz="1200">
                <a:latin typeface="Roboto"/>
                <a:ea typeface="Roboto"/>
                <a:cs typeface="Roboto"/>
                <a:sym typeface="Roboto"/>
              </a:defRPr>
            </a:lvl6pPr>
            <a:lvl7pPr lvl="6" algn="ctr">
              <a:spcBef>
                <a:spcPts val="0"/>
              </a:spcBef>
              <a:spcAft>
                <a:spcPts val="0"/>
              </a:spcAft>
              <a:buClr>
                <a:schemeClr val="lt1"/>
              </a:buClr>
              <a:buSzPts val="1200"/>
              <a:buFont typeface="Roboto"/>
              <a:buNone/>
              <a:defRPr sz="1200">
                <a:latin typeface="Roboto"/>
                <a:ea typeface="Roboto"/>
                <a:cs typeface="Roboto"/>
                <a:sym typeface="Roboto"/>
              </a:defRPr>
            </a:lvl7pPr>
            <a:lvl8pPr lvl="7" algn="ctr">
              <a:spcBef>
                <a:spcPts val="0"/>
              </a:spcBef>
              <a:spcAft>
                <a:spcPts val="0"/>
              </a:spcAft>
              <a:buClr>
                <a:schemeClr val="lt1"/>
              </a:buClr>
              <a:buSzPts val="1200"/>
              <a:buFont typeface="Roboto"/>
              <a:buNone/>
              <a:defRPr sz="1200">
                <a:latin typeface="Roboto"/>
                <a:ea typeface="Roboto"/>
                <a:cs typeface="Roboto"/>
                <a:sym typeface="Roboto"/>
              </a:defRPr>
            </a:lvl8pPr>
            <a:lvl9pPr lvl="8" algn="ctr">
              <a:spcBef>
                <a:spcPts val="0"/>
              </a:spcBef>
              <a:spcAft>
                <a:spcPts val="0"/>
              </a:spcAft>
              <a:buClr>
                <a:schemeClr val="lt1"/>
              </a:buClr>
              <a:buSzPts val="1200"/>
              <a:buFont typeface="Roboto"/>
              <a:buNone/>
              <a:defRPr sz="1200">
                <a:latin typeface="Roboto"/>
                <a:ea typeface="Roboto"/>
                <a:cs typeface="Roboto"/>
                <a:sym typeface="Robo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items">
  <p:cSld name="CUSTOM_2">
    <p:bg>
      <p:bgPr>
        <a:gradFill>
          <a:gsLst>
            <a:gs pos="0">
              <a:schemeClr val="accent4"/>
            </a:gs>
            <a:gs pos="100000">
              <a:schemeClr val="dk1"/>
            </a:gs>
          </a:gsLst>
          <a:lin ang="5400012" scaled="0"/>
        </a:gradFill>
      </p:bgPr>
    </p:bg>
    <p:spTree>
      <p:nvGrpSpPr>
        <p:cNvPr id="120" name="Shape 120"/>
        <p:cNvGrpSpPr/>
        <p:nvPr/>
      </p:nvGrpSpPr>
      <p:grpSpPr>
        <a:xfrm>
          <a:off x="0" y="0"/>
          <a:ext cx="0" cy="0"/>
          <a:chOff x="0" y="0"/>
          <a:chExt cx="0" cy="0"/>
        </a:xfrm>
      </p:grpSpPr>
      <p:sp>
        <p:nvSpPr>
          <p:cNvPr id="121" name="Google Shape;121;p22"/>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2" name="Google Shape;122;p22"/>
          <p:cNvSpPr txBox="1"/>
          <p:nvPr>
            <p:ph idx="1" type="subTitle"/>
          </p:nvPr>
        </p:nvSpPr>
        <p:spPr>
          <a:xfrm>
            <a:off x="591847"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3" name="Google Shape;123;p22"/>
          <p:cNvSpPr txBox="1"/>
          <p:nvPr>
            <p:ph idx="2" type="subTitle"/>
          </p:nvPr>
        </p:nvSpPr>
        <p:spPr>
          <a:xfrm>
            <a:off x="587100"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4" name="Google Shape;124;p22"/>
          <p:cNvSpPr txBox="1"/>
          <p:nvPr>
            <p:ph idx="3" type="subTitle"/>
          </p:nvPr>
        </p:nvSpPr>
        <p:spPr>
          <a:xfrm>
            <a:off x="4991772" y="1999125"/>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5" name="Google Shape;125;p22"/>
          <p:cNvSpPr txBox="1"/>
          <p:nvPr>
            <p:ph idx="4" type="subTitle"/>
          </p:nvPr>
        </p:nvSpPr>
        <p:spPr>
          <a:xfrm>
            <a:off x="5918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6" name="Google Shape;126;p22"/>
          <p:cNvSpPr txBox="1"/>
          <p:nvPr>
            <p:ph idx="5" type="subTitle"/>
          </p:nvPr>
        </p:nvSpPr>
        <p:spPr>
          <a:xfrm>
            <a:off x="5871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7" name="Google Shape;127;p22"/>
          <p:cNvSpPr txBox="1"/>
          <p:nvPr>
            <p:ph idx="6" type="subTitle"/>
          </p:nvPr>
        </p:nvSpPr>
        <p:spPr>
          <a:xfrm>
            <a:off x="4987025" y="2375550"/>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28" name="Google Shape;128;p22"/>
          <p:cNvSpPr txBox="1"/>
          <p:nvPr>
            <p:ph idx="7" type="subTitle"/>
          </p:nvPr>
        </p:nvSpPr>
        <p:spPr>
          <a:xfrm>
            <a:off x="4994147" y="3389100"/>
            <a:ext cx="2481300" cy="214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129" name="Google Shape;129;p22"/>
          <p:cNvSpPr txBox="1"/>
          <p:nvPr>
            <p:ph idx="8" type="subTitle"/>
          </p:nvPr>
        </p:nvSpPr>
        <p:spPr>
          <a:xfrm>
            <a:off x="4989400" y="3765525"/>
            <a:ext cx="2481300" cy="630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bg>
      <p:bgPr>
        <a:gradFill>
          <a:gsLst>
            <a:gs pos="0">
              <a:schemeClr val="accent4"/>
            </a:gs>
            <a:gs pos="100000">
              <a:schemeClr val="dk1"/>
            </a:gs>
          </a:gsLst>
          <a:path path="circle">
            <a:fillToRect b="50%" l="50%" r="50%" t="50%"/>
          </a:path>
          <a:tileRect/>
        </a:gradFill>
      </p:bgPr>
    </p:bg>
    <p:spTree>
      <p:nvGrpSpPr>
        <p:cNvPr id="130" name="Shape 130"/>
        <p:cNvGrpSpPr/>
        <p:nvPr/>
      </p:nvGrpSpPr>
      <p:grpSpPr>
        <a:xfrm>
          <a:off x="0" y="0"/>
          <a:ext cx="0" cy="0"/>
          <a:chOff x="0" y="0"/>
          <a:chExt cx="0" cy="0"/>
        </a:xfrm>
      </p:grpSpPr>
      <p:sp>
        <p:nvSpPr>
          <p:cNvPr id="131" name="Google Shape;131;p23"/>
          <p:cNvSpPr/>
          <p:nvPr>
            <p:ph idx="2" type="pic"/>
          </p:nvPr>
        </p:nvSpPr>
        <p:spPr>
          <a:xfrm>
            <a:off x="2481280" y="1138750"/>
            <a:ext cx="1928700" cy="1928700"/>
          </a:xfrm>
          <a:prstGeom prst="rect">
            <a:avLst/>
          </a:prstGeom>
          <a:noFill/>
          <a:ln>
            <a:noFill/>
          </a:ln>
        </p:spPr>
      </p:sp>
      <p:sp>
        <p:nvSpPr>
          <p:cNvPr id="132" name="Google Shape;132;p23"/>
          <p:cNvSpPr/>
          <p:nvPr>
            <p:ph idx="3" type="pic"/>
          </p:nvPr>
        </p:nvSpPr>
        <p:spPr>
          <a:xfrm>
            <a:off x="4733955" y="1138750"/>
            <a:ext cx="1928700" cy="1928700"/>
          </a:xfrm>
          <a:prstGeom prst="rect">
            <a:avLst/>
          </a:prstGeom>
          <a:noFill/>
          <a:ln>
            <a:noFill/>
          </a:ln>
        </p:spPr>
      </p:sp>
      <p:sp>
        <p:nvSpPr>
          <p:cNvPr id="133" name="Google Shape;133;p23"/>
          <p:cNvSpPr/>
          <p:nvPr>
            <p:ph idx="4" type="pic"/>
          </p:nvPr>
        </p:nvSpPr>
        <p:spPr>
          <a:xfrm>
            <a:off x="6986630" y="1138750"/>
            <a:ext cx="1928700" cy="1928700"/>
          </a:xfrm>
          <a:prstGeom prst="rect">
            <a:avLst/>
          </a:prstGeom>
          <a:noFill/>
          <a:ln>
            <a:noFill/>
          </a:ln>
        </p:spPr>
      </p:sp>
      <p:sp>
        <p:nvSpPr>
          <p:cNvPr id="134" name="Google Shape;134;p23"/>
          <p:cNvSpPr/>
          <p:nvPr>
            <p:ph idx="5" type="pic"/>
          </p:nvPr>
        </p:nvSpPr>
        <p:spPr>
          <a:xfrm>
            <a:off x="228605" y="1138750"/>
            <a:ext cx="1928700" cy="1928700"/>
          </a:xfrm>
          <a:prstGeom prst="rect">
            <a:avLst/>
          </a:prstGeom>
          <a:noFill/>
          <a:ln>
            <a:noFill/>
          </a:ln>
        </p:spPr>
      </p:sp>
      <p:cxnSp>
        <p:nvCxnSpPr>
          <p:cNvPr id="135" name="Google Shape;135;p23"/>
          <p:cNvCxnSpPr/>
          <p:nvPr/>
        </p:nvCxnSpPr>
        <p:spPr>
          <a:xfrm>
            <a:off x="22860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6" name="Google Shape;136;p23"/>
          <p:cNvCxnSpPr/>
          <p:nvPr/>
        </p:nvCxnSpPr>
        <p:spPr>
          <a:xfrm>
            <a:off x="2481275"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7" name="Google Shape;137;p23"/>
          <p:cNvCxnSpPr/>
          <p:nvPr/>
        </p:nvCxnSpPr>
        <p:spPr>
          <a:xfrm>
            <a:off x="4733950" y="4912325"/>
            <a:ext cx="1928700" cy="0"/>
          </a:xfrm>
          <a:prstGeom prst="straightConnector1">
            <a:avLst/>
          </a:prstGeom>
          <a:noFill/>
          <a:ln cap="flat" cmpd="sng" w="9525">
            <a:solidFill>
              <a:schemeClr val="accent4"/>
            </a:solidFill>
            <a:prstDash val="solid"/>
            <a:round/>
            <a:headEnd len="med" w="med" type="none"/>
            <a:tailEnd len="med" w="med" type="none"/>
          </a:ln>
        </p:spPr>
      </p:cxnSp>
      <p:cxnSp>
        <p:nvCxnSpPr>
          <p:cNvPr id="138" name="Google Shape;138;p23"/>
          <p:cNvCxnSpPr/>
          <p:nvPr/>
        </p:nvCxnSpPr>
        <p:spPr>
          <a:xfrm>
            <a:off x="6986625" y="4912325"/>
            <a:ext cx="1928700" cy="0"/>
          </a:xfrm>
          <a:prstGeom prst="straightConnector1">
            <a:avLst/>
          </a:prstGeom>
          <a:noFill/>
          <a:ln cap="flat" cmpd="sng" w="9525">
            <a:solidFill>
              <a:schemeClr val="accent4"/>
            </a:solidFill>
            <a:prstDash val="solid"/>
            <a:round/>
            <a:headEnd len="med" w="med" type="none"/>
            <a:tailEnd len="med" w="med" type="none"/>
          </a:ln>
        </p:spPr>
      </p:cxnSp>
      <p:sp>
        <p:nvSpPr>
          <p:cNvPr id="139" name="Google Shape;139;p23"/>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40" name="Google Shape;140;p23"/>
          <p:cNvSpPr txBox="1"/>
          <p:nvPr>
            <p:ph idx="1" type="subTitle"/>
          </p:nvPr>
        </p:nvSpPr>
        <p:spPr>
          <a:xfrm>
            <a:off x="2286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1" name="Google Shape;141;p23"/>
          <p:cNvSpPr txBox="1"/>
          <p:nvPr>
            <p:ph idx="6" type="subTitle"/>
          </p:nvPr>
        </p:nvSpPr>
        <p:spPr>
          <a:xfrm>
            <a:off x="2286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2" name="Google Shape;142;p23"/>
          <p:cNvSpPr txBox="1"/>
          <p:nvPr>
            <p:ph idx="7" type="subTitle"/>
          </p:nvPr>
        </p:nvSpPr>
        <p:spPr>
          <a:xfrm>
            <a:off x="2286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3" name="Google Shape;143;p23"/>
          <p:cNvSpPr txBox="1"/>
          <p:nvPr>
            <p:ph idx="8" type="subTitle"/>
          </p:nvPr>
        </p:nvSpPr>
        <p:spPr>
          <a:xfrm>
            <a:off x="24813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4" name="Google Shape;144;p23"/>
          <p:cNvSpPr txBox="1"/>
          <p:nvPr>
            <p:ph idx="9" type="subTitle"/>
          </p:nvPr>
        </p:nvSpPr>
        <p:spPr>
          <a:xfrm>
            <a:off x="24813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5" name="Google Shape;145;p23"/>
          <p:cNvSpPr txBox="1"/>
          <p:nvPr>
            <p:ph idx="13" type="subTitle"/>
          </p:nvPr>
        </p:nvSpPr>
        <p:spPr>
          <a:xfrm>
            <a:off x="24813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6" name="Google Shape;146;p23"/>
          <p:cNvSpPr txBox="1"/>
          <p:nvPr>
            <p:ph idx="14" type="subTitle"/>
          </p:nvPr>
        </p:nvSpPr>
        <p:spPr>
          <a:xfrm>
            <a:off x="47340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47" name="Google Shape;147;p23"/>
          <p:cNvSpPr txBox="1"/>
          <p:nvPr>
            <p:ph idx="15" type="subTitle"/>
          </p:nvPr>
        </p:nvSpPr>
        <p:spPr>
          <a:xfrm>
            <a:off x="47340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8" name="Google Shape;148;p23"/>
          <p:cNvSpPr txBox="1"/>
          <p:nvPr>
            <p:ph idx="16" type="subTitle"/>
          </p:nvPr>
        </p:nvSpPr>
        <p:spPr>
          <a:xfrm>
            <a:off x="47340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49" name="Google Shape;149;p23"/>
          <p:cNvSpPr txBox="1"/>
          <p:nvPr>
            <p:ph idx="17" type="subTitle"/>
          </p:nvPr>
        </p:nvSpPr>
        <p:spPr>
          <a:xfrm>
            <a:off x="6986750" y="3343950"/>
            <a:ext cx="1928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0" name="Google Shape;150;p23"/>
          <p:cNvSpPr txBox="1"/>
          <p:nvPr>
            <p:ph idx="18" type="subTitle"/>
          </p:nvPr>
        </p:nvSpPr>
        <p:spPr>
          <a:xfrm>
            <a:off x="6986700" y="3581375"/>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51" name="Google Shape;151;p23"/>
          <p:cNvSpPr txBox="1"/>
          <p:nvPr>
            <p:ph idx="19" type="subTitle"/>
          </p:nvPr>
        </p:nvSpPr>
        <p:spPr>
          <a:xfrm>
            <a:off x="6986700" y="3981350"/>
            <a:ext cx="17145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bg>
      <p:bgPr>
        <a:gradFill>
          <a:gsLst>
            <a:gs pos="0">
              <a:schemeClr val="accent4"/>
            </a:gs>
            <a:gs pos="100000">
              <a:schemeClr val="dk1"/>
            </a:gs>
          </a:gsLst>
          <a:path path="circle">
            <a:fillToRect b="50%" l="50%" r="50%" t="50%"/>
          </a:path>
          <a:tileRect/>
        </a:gradFill>
      </p:bgPr>
    </p:bg>
    <p:spTree>
      <p:nvGrpSpPr>
        <p:cNvPr id="152" name="Shape 152"/>
        <p:cNvGrpSpPr/>
        <p:nvPr/>
      </p:nvGrpSpPr>
      <p:grpSpPr>
        <a:xfrm>
          <a:off x="0" y="0"/>
          <a:ext cx="0" cy="0"/>
          <a:chOff x="0" y="0"/>
          <a:chExt cx="0" cy="0"/>
        </a:xfrm>
      </p:grpSpPr>
      <p:sp>
        <p:nvSpPr>
          <p:cNvPr id="153" name="Google Shape;153;p24"/>
          <p:cNvSpPr/>
          <p:nvPr>
            <p:ph idx="2" type="pic"/>
          </p:nvPr>
        </p:nvSpPr>
        <p:spPr>
          <a:xfrm>
            <a:off x="7034475" y="1338925"/>
            <a:ext cx="1833000" cy="1833000"/>
          </a:xfrm>
          <a:prstGeom prst="rect">
            <a:avLst/>
          </a:prstGeom>
          <a:noFill/>
          <a:ln>
            <a:noFill/>
          </a:ln>
        </p:spPr>
      </p:sp>
      <p:sp>
        <p:nvSpPr>
          <p:cNvPr id="154" name="Google Shape;154;p24"/>
          <p:cNvSpPr/>
          <p:nvPr>
            <p:ph idx="3" type="pic"/>
          </p:nvPr>
        </p:nvSpPr>
        <p:spPr>
          <a:xfrm>
            <a:off x="2529125" y="1338925"/>
            <a:ext cx="1833000" cy="1833000"/>
          </a:xfrm>
          <a:prstGeom prst="rect">
            <a:avLst/>
          </a:prstGeom>
          <a:noFill/>
          <a:ln>
            <a:noFill/>
          </a:ln>
        </p:spPr>
      </p:sp>
      <p:sp>
        <p:nvSpPr>
          <p:cNvPr id="155" name="Google Shape;155;p24"/>
          <p:cNvSpPr/>
          <p:nvPr>
            <p:ph idx="4" type="pic"/>
          </p:nvPr>
        </p:nvSpPr>
        <p:spPr>
          <a:xfrm>
            <a:off x="4781800" y="1338925"/>
            <a:ext cx="1833000" cy="1833000"/>
          </a:xfrm>
          <a:prstGeom prst="rect">
            <a:avLst/>
          </a:prstGeom>
          <a:noFill/>
          <a:ln>
            <a:noFill/>
          </a:ln>
        </p:spPr>
      </p:sp>
      <p:sp>
        <p:nvSpPr>
          <p:cNvPr id="156" name="Google Shape;156;p24"/>
          <p:cNvSpPr/>
          <p:nvPr>
            <p:ph idx="5" type="pic"/>
          </p:nvPr>
        </p:nvSpPr>
        <p:spPr>
          <a:xfrm>
            <a:off x="276450" y="1338925"/>
            <a:ext cx="1833000" cy="1833000"/>
          </a:xfrm>
          <a:prstGeom prst="rect">
            <a:avLst/>
          </a:prstGeom>
          <a:noFill/>
          <a:ln>
            <a:noFill/>
          </a:ln>
        </p:spPr>
      </p:sp>
      <p:sp>
        <p:nvSpPr>
          <p:cNvPr id="157" name="Google Shape;157;p24"/>
          <p:cNvSpPr txBox="1"/>
          <p:nvPr>
            <p:ph type="title"/>
          </p:nvPr>
        </p:nvSpPr>
        <p:spPr>
          <a:xfrm>
            <a:off x="211793" y="143171"/>
            <a:ext cx="6054600" cy="504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000"/>
              <a:buFont typeface="Space Grotesk"/>
              <a:buNone/>
              <a:defRPr sz="3000"/>
            </a:lvl1pPr>
            <a:lvl2pPr lvl="1">
              <a:spcBef>
                <a:spcPts val="0"/>
              </a:spcBef>
              <a:spcAft>
                <a:spcPts val="0"/>
              </a:spcAft>
              <a:buClr>
                <a:schemeClr val="lt1"/>
              </a:buClr>
              <a:buSzPts val="3000"/>
              <a:buFont typeface="Space Grotesk"/>
              <a:buNone/>
              <a:defRPr sz="3000">
                <a:solidFill>
                  <a:schemeClr val="lt1"/>
                </a:solidFill>
              </a:defRPr>
            </a:lvl2pPr>
            <a:lvl3pPr lvl="2">
              <a:spcBef>
                <a:spcPts val="0"/>
              </a:spcBef>
              <a:spcAft>
                <a:spcPts val="0"/>
              </a:spcAft>
              <a:buClr>
                <a:schemeClr val="lt1"/>
              </a:buClr>
              <a:buSzPts val="3000"/>
              <a:buFont typeface="Space Grotesk"/>
              <a:buNone/>
              <a:defRPr sz="3000">
                <a:solidFill>
                  <a:schemeClr val="lt1"/>
                </a:solidFill>
              </a:defRPr>
            </a:lvl3pPr>
            <a:lvl4pPr lvl="3">
              <a:spcBef>
                <a:spcPts val="0"/>
              </a:spcBef>
              <a:spcAft>
                <a:spcPts val="0"/>
              </a:spcAft>
              <a:buClr>
                <a:schemeClr val="lt1"/>
              </a:buClr>
              <a:buSzPts val="3000"/>
              <a:buFont typeface="Space Grotesk"/>
              <a:buNone/>
              <a:defRPr sz="3000">
                <a:solidFill>
                  <a:schemeClr val="lt1"/>
                </a:solidFill>
              </a:defRPr>
            </a:lvl4pPr>
            <a:lvl5pPr lvl="4">
              <a:spcBef>
                <a:spcPts val="0"/>
              </a:spcBef>
              <a:spcAft>
                <a:spcPts val="0"/>
              </a:spcAft>
              <a:buClr>
                <a:schemeClr val="lt1"/>
              </a:buClr>
              <a:buSzPts val="3000"/>
              <a:buFont typeface="Space Grotesk"/>
              <a:buNone/>
              <a:defRPr sz="3000">
                <a:solidFill>
                  <a:schemeClr val="lt1"/>
                </a:solidFill>
              </a:defRPr>
            </a:lvl5pPr>
            <a:lvl6pPr lvl="5">
              <a:spcBef>
                <a:spcPts val="0"/>
              </a:spcBef>
              <a:spcAft>
                <a:spcPts val="0"/>
              </a:spcAft>
              <a:buClr>
                <a:schemeClr val="lt1"/>
              </a:buClr>
              <a:buSzPts val="3000"/>
              <a:buFont typeface="Space Grotesk"/>
              <a:buNone/>
              <a:defRPr sz="3000">
                <a:solidFill>
                  <a:schemeClr val="lt1"/>
                </a:solidFill>
              </a:defRPr>
            </a:lvl6pPr>
            <a:lvl7pPr lvl="6">
              <a:spcBef>
                <a:spcPts val="0"/>
              </a:spcBef>
              <a:spcAft>
                <a:spcPts val="0"/>
              </a:spcAft>
              <a:buClr>
                <a:schemeClr val="lt1"/>
              </a:buClr>
              <a:buSzPts val="3000"/>
              <a:buFont typeface="Space Grotesk"/>
              <a:buNone/>
              <a:defRPr sz="3000">
                <a:solidFill>
                  <a:schemeClr val="lt1"/>
                </a:solidFill>
              </a:defRPr>
            </a:lvl7pPr>
            <a:lvl8pPr lvl="7">
              <a:spcBef>
                <a:spcPts val="0"/>
              </a:spcBef>
              <a:spcAft>
                <a:spcPts val="0"/>
              </a:spcAft>
              <a:buClr>
                <a:schemeClr val="lt1"/>
              </a:buClr>
              <a:buSzPts val="3000"/>
              <a:buFont typeface="Space Grotesk"/>
              <a:buNone/>
              <a:defRPr sz="3000">
                <a:solidFill>
                  <a:schemeClr val="lt1"/>
                </a:solidFill>
              </a:defRPr>
            </a:lvl8pPr>
            <a:lvl9pPr lvl="8">
              <a:spcBef>
                <a:spcPts val="0"/>
              </a:spcBef>
              <a:spcAft>
                <a:spcPts val="0"/>
              </a:spcAft>
              <a:buClr>
                <a:schemeClr val="lt1"/>
              </a:buClr>
              <a:buSzPts val="3000"/>
              <a:buFont typeface="Space Grotesk"/>
              <a:buNone/>
              <a:defRPr sz="3000">
                <a:solidFill>
                  <a:schemeClr val="lt1"/>
                </a:solidFill>
              </a:defRPr>
            </a:lvl9pPr>
          </a:lstStyle>
          <a:p/>
        </p:txBody>
      </p:sp>
      <p:sp>
        <p:nvSpPr>
          <p:cNvPr id="158" name="Google Shape;158;p24"/>
          <p:cNvSpPr txBox="1"/>
          <p:nvPr>
            <p:ph idx="1" type="subTitle"/>
          </p:nvPr>
        </p:nvSpPr>
        <p:spPr>
          <a:xfrm>
            <a:off x="424150"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59" name="Google Shape;159;p24"/>
          <p:cNvSpPr txBox="1"/>
          <p:nvPr>
            <p:ph idx="6" type="subTitle"/>
          </p:nvPr>
        </p:nvSpPr>
        <p:spPr>
          <a:xfrm>
            <a:off x="424100"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0" name="Google Shape;160;p24"/>
          <p:cNvSpPr txBox="1"/>
          <p:nvPr>
            <p:ph idx="7" type="subTitle"/>
          </p:nvPr>
        </p:nvSpPr>
        <p:spPr>
          <a:xfrm>
            <a:off x="267682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1" name="Google Shape;161;p24"/>
          <p:cNvSpPr txBox="1"/>
          <p:nvPr>
            <p:ph idx="8" type="subTitle"/>
          </p:nvPr>
        </p:nvSpPr>
        <p:spPr>
          <a:xfrm>
            <a:off x="267677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2" name="Google Shape;162;p24"/>
          <p:cNvSpPr txBox="1"/>
          <p:nvPr>
            <p:ph idx="9" type="subTitle"/>
          </p:nvPr>
        </p:nvSpPr>
        <p:spPr>
          <a:xfrm>
            <a:off x="49214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3" name="Google Shape;163;p24"/>
          <p:cNvSpPr txBox="1"/>
          <p:nvPr>
            <p:ph idx="13" type="subTitle"/>
          </p:nvPr>
        </p:nvSpPr>
        <p:spPr>
          <a:xfrm>
            <a:off x="49214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
        <p:nvSpPr>
          <p:cNvPr id="164" name="Google Shape;164;p24"/>
          <p:cNvSpPr txBox="1"/>
          <p:nvPr>
            <p:ph idx="14" type="subTitle"/>
          </p:nvPr>
        </p:nvSpPr>
        <p:spPr>
          <a:xfrm>
            <a:off x="7182175" y="3421400"/>
            <a:ext cx="1553700" cy="210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65" name="Google Shape;165;p24"/>
          <p:cNvSpPr txBox="1"/>
          <p:nvPr>
            <p:ph idx="15" type="subTitle"/>
          </p:nvPr>
        </p:nvSpPr>
        <p:spPr>
          <a:xfrm>
            <a:off x="7182125" y="3658825"/>
            <a:ext cx="1425300" cy="210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body">
  <p:cSld name="BLANK_1_1_1_1_2">
    <p:bg>
      <p:bgPr>
        <a:gradFill>
          <a:gsLst>
            <a:gs pos="0">
              <a:schemeClr val="accent4"/>
            </a:gs>
            <a:gs pos="100000">
              <a:schemeClr val="dk1"/>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25"/>
          <p:cNvSpPr txBox="1"/>
          <p:nvPr>
            <p:ph type="title"/>
          </p:nvPr>
        </p:nvSpPr>
        <p:spPr>
          <a:xfrm>
            <a:off x="212450" y="177900"/>
            <a:ext cx="64470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cxnSp>
        <p:nvCxnSpPr>
          <p:cNvPr id="168" name="Google Shape;168;p25"/>
          <p:cNvCxnSpPr/>
          <p:nvPr/>
        </p:nvCxnSpPr>
        <p:spPr>
          <a:xfrm>
            <a:off x="228600" y="627300"/>
            <a:ext cx="440700" cy="0"/>
          </a:xfrm>
          <a:prstGeom prst="straightConnector1">
            <a:avLst/>
          </a:prstGeom>
          <a:noFill/>
          <a:ln cap="flat" cmpd="sng" w="19050">
            <a:solidFill>
              <a:schemeClr val="accent2"/>
            </a:solidFill>
            <a:prstDash val="solid"/>
            <a:round/>
            <a:headEnd len="med" w="med" type="none"/>
            <a:tailEnd len="med" w="med" type="none"/>
          </a:ln>
        </p:spPr>
      </p:cxnSp>
      <p:sp>
        <p:nvSpPr>
          <p:cNvPr id="169" name="Google Shape;169;p25"/>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0" name="Google Shape;170;p25"/>
          <p:cNvSpPr txBox="1"/>
          <p:nvPr>
            <p:ph idx="2" type="subTitle"/>
          </p:nvPr>
        </p:nvSpPr>
        <p:spPr>
          <a:xfrm>
            <a:off x="230434" y="881700"/>
            <a:ext cx="64470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Quotes - Alt 1">
  <p:cSld name="BLANK_1_1_1_1_2_1_1">
    <p:bg>
      <p:bgPr>
        <a:gradFill>
          <a:gsLst>
            <a:gs pos="0">
              <a:schemeClr val="accent4"/>
            </a:gs>
            <a:gs pos="100000">
              <a:schemeClr val="dk1"/>
            </a:gs>
          </a:gsLst>
          <a:path path="circle">
            <a:fillToRect b="50%" l="50%" r="50%" t="50%"/>
          </a:path>
          <a:tileRect/>
        </a:gradFill>
      </p:bgPr>
    </p:bg>
    <p:spTree>
      <p:nvGrpSpPr>
        <p:cNvPr id="171" name="Shape 171"/>
        <p:cNvGrpSpPr/>
        <p:nvPr/>
      </p:nvGrpSpPr>
      <p:grpSpPr>
        <a:xfrm>
          <a:off x="0" y="0"/>
          <a:ext cx="0" cy="0"/>
          <a:chOff x="0" y="0"/>
          <a:chExt cx="0" cy="0"/>
        </a:xfrm>
      </p:grpSpPr>
      <p:sp>
        <p:nvSpPr>
          <p:cNvPr id="172" name="Google Shape;172;p26"/>
          <p:cNvSpPr/>
          <p:nvPr>
            <p:ph idx="2" type="pic"/>
          </p:nvPr>
        </p:nvSpPr>
        <p:spPr>
          <a:xfrm>
            <a:off x="468925" y="3643975"/>
            <a:ext cx="686400" cy="686400"/>
          </a:xfrm>
          <a:prstGeom prst="rect">
            <a:avLst/>
          </a:prstGeom>
          <a:noFill/>
          <a:ln>
            <a:noFill/>
          </a:ln>
        </p:spPr>
      </p:sp>
      <p:sp>
        <p:nvSpPr>
          <p:cNvPr id="173" name="Google Shape;173;p26"/>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2"/>
                </a:solidFill>
              </a:defRPr>
            </a:lvl1pPr>
            <a:lvl2pPr lvl="1">
              <a:lnSpc>
                <a:spcPct val="115000"/>
              </a:lnSpc>
              <a:spcBef>
                <a:spcPts val="0"/>
              </a:spcBef>
              <a:spcAft>
                <a:spcPts val="0"/>
              </a:spcAft>
              <a:buNone/>
              <a:defRPr sz="3000">
                <a:solidFill>
                  <a:schemeClr val="accent2"/>
                </a:solidFill>
              </a:defRPr>
            </a:lvl2pPr>
            <a:lvl3pPr lvl="2">
              <a:lnSpc>
                <a:spcPct val="115000"/>
              </a:lnSpc>
              <a:spcBef>
                <a:spcPts val="0"/>
              </a:spcBef>
              <a:spcAft>
                <a:spcPts val="0"/>
              </a:spcAft>
              <a:buNone/>
              <a:defRPr sz="3000">
                <a:solidFill>
                  <a:schemeClr val="accent2"/>
                </a:solidFill>
              </a:defRPr>
            </a:lvl3pPr>
            <a:lvl4pPr lvl="3">
              <a:lnSpc>
                <a:spcPct val="115000"/>
              </a:lnSpc>
              <a:spcBef>
                <a:spcPts val="0"/>
              </a:spcBef>
              <a:spcAft>
                <a:spcPts val="0"/>
              </a:spcAft>
              <a:buNone/>
              <a:defRPr sz="3000">
                <a:solidFill>
                  <a:schemeClr val="accent2"/>
                </a:solidFill>
              </a:defRPr>
            </a:lvl4pPr>
            <a:lvl5pPr lvl="4">
              <a:lnSpc>
                <a:spcPct val="115000"/>
              </a:lnSpc>
              <a:spcBef>
                <a:spcPts val="0"/>
              </a:spcBef>
              <a:spcAft>
                <a:spcPts val="0"/>
              </a:spcAft>
              <a:buNone/>
              <a:defRPr sz="3000">
                <a:solidFill>
                  <a:schemeClr val="accent2"/>
                </a:solidFill>
              </a:defRPr>
            </a:lvl5pPr>
            <a:lvl6pPr lvl="5">
              <a:lnSpc>
                <a:spcPct val="115000"/>
              </a:lnSpc>
              <a:spcBef>
                <a:spcPts val="0"/>
              </a:spcBef>
              <a:spcAft>
                <a:spcPts val="0"/>
              </a:spcAft>
              <a:buNone/>
              <a:defRPr sz="3000">
                <a:solidFill>
                  <a:schemeClr val="accent2"/>
                </a:solidFill>
              </a:defRPr>
            </a:lvl6pPr>
            <a:lvl7pPr lvl="6">
              <a:lnSpc>
                <a:spcPct val="115000"/>
              </a:lnSpc>
              <a:spcBef>
                <a:spcPts val="0"/>
              </a:spcBef>
              <a:spcAft>
                <a:spcPts val="0"/>
              </a:spcAft>
              <a:buNone/>
              <a:defRPr sz="3000">
                <a:solidFill>
                  <a:schemeClr val="accent2"/>
                </a:solidFill>
              </a:defRPr>
            </a:lvl7pPr>
            <a:lvl8pPr lvl="7">
              <a:lnSpc>
                <a:spcPct val="115000"/>
              </a:lnSpc>
              <a:spcBef>
                <a:spcPts val="0"/>
              </a:spcBef>
              <a:spcAft>
                <a:spcPts val="0"/>
              </a:spcAft>
              <a:buNone/>
              <a:defRPr sz="3000">
                <a:solidFill>
                  <a:schemeClr val="accent2"/>
                </a:solidFill>
              </a:defRPr>
            </a:lvl8pPr>
            <a:lvl9pPr lvl="8">
              <a:lnSpc>
                <a:spcPct val="115000"/>
              </a:lnSpc>
              <a:spcBef>
                <a:spcPts val="0"/>
              </a:spcBef>
              <a:spcAft>
                <a:spcPts val="0"/>
              </a:spcAft>
              <a:buNone/>
              <a:defRPr sz="3000">
                <a:solidFill>
                  <a:schemeClr val="accent2"/>
                </a:solidFill>
              </a:defRPr>
            </a:lvl9pPr>
          </a:lstStyle>
          <a:p/>
        </p:txBody>
      </p:sp>
      <p:sp>
        <p:nvSpPr>
          <p:cNvPr id="174" name="Google Shape;174;p26"/>
          <p:cNvSpPr txBox="1"/>
          <p:nvPr>
            <p:ph idx="1" type="body"/>
          </p:nvPr>
        </p:nvSpPr>
        <p:spPr>
          <a:xfrm>
            <a:off x="228600" y="1343100"/>
            <a:ext cx="4390500" cy="11208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175" name="Google Shape;175;p26"/>
          <p:cNvSpPr txBox="1"/>
          <p:nvPr>
            <p:ph idx="3" type="subTitle"/>
          </p:nvPr>
        </p:nvSpPr>
        <p:spPr>
          <a:xfrm>
            <a:off x="228600" y="881700"/>
            <a:ext cx="8686800" cy="554100"/>
          </a:xfrm>
          <a:prstGeom prst="rect">
            <a:avLst/>
          </a:prstGeom>
        </p:spPr>
        <p:txBody>
          <a:bodyPr anchorCtr="0" anchor="t" bIns="0" lIns="0" spcFirstLastPara="1" rIns="0" wrap="square" tIns="0">
            <a:sp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176" name="Google Shape;176;p26"/>
          <p:cNvSpPr txBox="1"/>
          <p:nvPr>
            <p:ph idx="4" type="subTitle"/>
          </p:nvPr>
        </p:nvSpPr>
        <p:spPr>
          <a:xfrm>
            <a:off x="13260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77" name="Google Shape;177;p26"/>
          <p:cNvSpPr txBox="1"/>
          <p:nvPr>
            <p:ph idx="5" type="subTitle"/>
          </p:nvPr>
        </p:nvSpPr>
        <p:spPr>
          <a:xfrm>
            <a:off x="13348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178" name="Google Shape;178;p26"/>
          <p:cNvSpPr/>
          <p:nvPr>
            <p:ph idx="6" type="pic"/>
          </p:nvPr>
        </p:nvSpPr>
        <p:spPr>
          <a:xfrm>
            <a:off x="4909975" y="3643975"/>
            <a:ext cx="686400" cy="686400"/>
          </a:xfrm>
          <a:prstGeom prst="rect">
            <a:avLst/>
          </a:prstGeom>
          <a:noFill/>
          <a:ln>
            <a:noFill/>
          </a:ln>
        </p:spPr>
      </p:sp>
      <p:sp>
        <p:nvSpPr>
          <p:cNvPr id="179" name="Google Shape;179;p26"/>
          <p:cNvSpPr txBox="1"/>
          <p:nvPr>
            <p:ph idx="7" type="subTitle"/>
          </p:nvPr>
        </p:nvSpPr>
        <p:spPr>
          <a:xfrm>
            <a:off x="5764775" y="3653375"/>
            <a:ext cx="2902200" cy="6198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200"/>
              <a:buFont typeface="Space Grotesk"/>
              <a:buNone/>
              <a:defRPr sz="1200">
                <a:solidFill>
                  <a:schemeClr val="accent2"/>
                </a:solidFill>
              </a:defRPr>
            </a:lvl1pPr>
            <a:lvl2pPr lvl="1">
              <a:spcBef>
                <a:spcPts val="0"/>
              </a:spcBef>
              <a:spcAft>
                <a:spcPts val="0"/>
              </a:spcAft>
              <a:buClr>
                <a:schemeClr val="accent2"/>
              </a:buClr>
              <a:buSzPts val="1200"/>
              <a:buFont typeface="Space Grotesk"/>
              <a:buNone/>
              <a:defRPr sz="1200">
                <a:solidFill>
                  <a:schemeClr val="accent2"/>
                </a:solidFill>
              </a:defRPr>
            </a:lvl2pPr>
            <a:lvl3pPr lvl="2">
              <a:spcBef>
                <a:spcPts val="0"/>
              </a:spcBef>
              <a:spcAft>
                <a:spcPts val="0"/>
              </a:spcAft>
              <a:buClr>
                <a:schemeClr val="accent2"/>
              </a:buClr>
              <a:buSzPts val="1200"/>
              <a:buFont typeface="Space Grotesk"/>
              <a:buNone/>
              <a:defRPr sz="1200">
                <a:solidFill>
                  <a:schemeClr val="accent2"/>
                </a:solidFill>
              </a:defRPr>
            </a:lvl3pPr>
            <a:lvl4pPr lvl="3">
              <a:spcBef>
                <a:spcPts val="0"/>
              </a:spcBef>
              <a:spcAft>
                <a:spcPts val="0"/>
              </a:spcAft>
              <a:buClr>
                <a:schemeClr val="accent2"/>
              </a:buClr>
              <a:buSzPts val="1200"/>
              <a:buFont typeface="Space Grotesk"/>
              <a:buNone/>
              <a:defRPr sz="1200">
                <a:solidFill>
                  <a:schemeClr val="accent2"/>
                </a:solidFill>
              </a:defRPr>
            </a:lvl4pPr>
            <a:lvl5pPr lvl="4">
              <a:spcBef>
                <a:spcPts val="0"/>
              </a:spcBef>
              <a:spcAft>
                <a:spcPts val="0"/>
              </a:spcAft>
              <a:buClr>
                <a:schemeClr val="accent2"/>
              </a:buClr>
              <a:buSzPts val="1200"/>
              <a:buFont typeface="Space Grotesk"/>
              <a:buNone/>
              <a:defRPr sz="1200">
                <a:solidFill>
                  <a:schemeClr val="accent2"/>
                </a:solidFill>
              </a:defRPr>
            </a:lvl5pPr>
            <a:lvl6pPr lvl="5">
              <a:spcBef>
                <a:spcPts val="0"/>
              </a:spcBef>
              <a:spcAft>
                <a:spcPts val="0"/>
              </a:spcAft>
              <a:buClr>
                <a:schemeClr val="accent2"/>
              </a:buClr>
              <a:buSzPts val="1200"/>
              <a:buFont typeface="Space Grotesk"/>
              <a:buNone/>
              <a:defRPr sz="1200">
                <a:solidFill>
                  <a:schemeClr val="accent2"/>
                </a:solidFill>
              </a:defRPr>
            </a:lvl6pPr>
            <a:lvl7pPr lvl="6">
              <a:spcBef>
                <a:spcPts val="0"/>
              </a:spcBef>
              <a:spcAft>
                <a:spcPts val="0"/>
              </a:spcAft>
              <a:buClr>
                <a:schemeClr val="accent2"/>
              </a:buClr>
              <a:buSzPts val="1200"/>
              <a:buFont typeface="Space Grotesk"/>
              <a:buNone/>
              <a:defRPr sz="1200">
                <a:solidFill>
                  <a:schemeClr val="accent2"/>
                </a:solidFill>
              </a:defRPr>
            </a:lvl7pPr>
            <a:lvl8pPr lvl="7">
              <a:spcBef>
                <a:spcPts val="0"/>
              </a:spcBef>
              <a:spcAft>
                <a:spcPts val="0"/>
              </a:spcAft>
              <a:buClr>
                <a:schemeClr val="accent2"/>
              </a:buClr>
              <a:buSzPts val="1200"/>
              <a:buFont typeface="Space Grotesk"/>
              <a:buNone/>
              <a:defRPr sz="1200">
                <a:solidFill>
                  <a:schemeClr val="accent2"/>
                </a:solidFill>
              </a:defRPr>
            </a:lvl8pPr>
            <a:lvl9pPr lvl="8">
              <a:spcBef>
                <a:spcPts val="0"/>
              </a:spcBef>
              <a:spcAft>
                <a:spcPts val="0"/>
              </a:spcAft>
              <a:buClr>
                <a:schemeClr val="accent2"/>
              </a:buClr>
              <a:buSzPts val="1200"/>
              <a:buFont typeface="Space Grotesk"/>
              <a:buNone/>
              <a:defRPr sz="1200">
                <a:solidFill>
                  <a:schemeClr val="accent2"/>
                </a:solidFill>
              </a:defRPr>
            </a:lvl9pPr>
          </a:lstStyle>
          <a:p/>
        </p:txBody>
      </p:sp>
      <p:sp>
        <p:nvSpPr>
          <p:cNvPr id="180" name="Google Shape;180;p26"/>
          <p:cNvSpPr txBox="1"/>
          <p:nvPr>
            <p:ph idx="8" type="subTitle"/>
          </p:nvPr>
        </p:nvSpPr>
        <p:spPr>
          <a:xfrm>
            <a:off x="5773525" y="4491500"/>
            <a:ext cx="2902200" cy="209700"/>
          </a:xfrm>
          <a:prstGeom prst="rect">
            <a:avLst/>
          </a:prstGeom>
        </p:spPr>
        <p:txBody>
          <a:bodyPr anchorCtr="0" anchor="t" bIns="0" lIns="0" spcFirstLastPara="1" rIns="0" wrap="square" tIns="0">
            <a:sp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gradFill>
          <a:gsLst>
            <a:gs pos="0">
              <a:schemeClr val="accent4"/>
            </a:gs>
            <a:gs pos="100000">
              <a:schemeClr val="dk1"/>
            </a:gs>
          </a:gsLst>
          <a:lin ang="16200038" scaled="0"/>
        </a:gradFill>
      </p:bgPr>
    </p:bg>
    <p:spTree>
      <p:nvGrpSpPr>
        <p:cNvPr id="181" name="Shape 181"/>
        <p:cNvGrpSpPr/>
        <p:nvPr/>
      </p:nvGrpSpPr>
      <p:grpSpPr>
        <a:xfrm>
          <a:off x="0" y="0"/>
          <a:ext cx="0" cy="0"/>
          <a:chOff x="0" y="0"/>
          <a:chExt cx="0" cy="0"/>
        </a:xfrm>
      </p:grpSpPr>
      <p:sp>
        <p:nvSpPr>
          <p:cNvPr id="182" name="Google Shape;182;p27"/>
          <p:cNvSpPr/>
          <p:nvPr/>
        </p:nvSpPr>
        <p:spPr>
          <a:xfrm rot="10800000">
            <a:off x="-533850" y="726875"/>
            <a:ext cx="5915100" cy="59151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3" name="Google Shape;183;p27"/>
          <p:cNvSpPr/>
          <p:nvPr/>
        </p:nvSpPr>
        <p:spPr>
          <a:xfrm>
            <a:off x="3370825" y="-960900"/>
            <a:ext cx="2762400" cy="2762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4" name="Google Shape;184;p27"/>
          <p:cNvSpPr/>
          <p:nvPr/>
        </p:nvSpPr>
        <p:spPr>
          <a:xfrm>
            <a:off x="7959600" y="2651706"/>
            <a:ext cx="1184400" cy="1184400"/>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5" name="Google Shape;185;p27"/>
          <p:cNvSpPr/>
          <p:nvPr/>
        </p:nvSpPr>
        <p:spPr>
          <a:xfrm rot="5400000">
            <a:off x="8226006"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6" name="Google Shape;186;p27"/>
          <p:cNvSpPr/>
          <p:nvPr/>
        </p:nvSpPr>
        <p:spPr>
          <a:xfrm flipH="1" rot="-5400000">
            <a:off x="5305483" y="4527881"/>
            <a:ext cx="24300" cy="7446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7" name="Google Shape;187;p27"/>
          <p:cNvSpPr/>
          <p:nvPr/>
        </p:nvSpPr>
        <p:spPr>
          <a:xfrm rot="5400000">
            <a:off x="68365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8" name="Google Shape;188;p27"/>
          <p:cNvSpPr/>
          <p:nvPr/>
        </p:nvSpPr>
        <p:spPr>
          <a:xfrm rot="5400000">
            <a:off x="423169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9" name="Google Shape;189;p27"/>
          <p:cNvSpPr/>
          <p:nvPr/>
        </p:nvSpPr>
        <p:spPr>
          <a:xfrm rot="5400000">
            <a:off x="6618644"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0" name="Google Shape;190;p27"/>
          <p:cNvSpPr/>
          <p:nvPr/>
        </p:nvSpPr>
        <p:spPr>
          <a:xfrm rot="5400000">
            <a:off x="3164781" y="4222931"/>
            <a:ext cx="24300" cy="13545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1" name="Google Shape;191;p27"/>
          <p:cNvSpPr/>
          <p:nvPr/>
        </p:nvSpPr>
        <p:spPr>
          <a:xfrm flipH="1" rot="-5400000">
            <a:off x="531076" y="4586075"/>
            <a:ext cx="24300" cy="628200"/>
          </a:xfrm>
          <a:prstGeom prst="rect">
            <a:avLst/>
          </a:prstGeom>
          <a:gradFill>
            <a:gsLst>
              <a:gs pos="0">
                <a:schemeClr val="accent2"/>
              </a:gs>
              <a:gs pos="100000">
                <a:schemeClr val="dk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2" name="Google Shape;192;p27"/>
          <p:cNvSpPr/>
          <p:nvPr/>
        </p:nvSpPr>
        <p:spPr>
          <a:xfrm rot="5400000">
            <a:off x="6400806"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3" name="Google Shape;193;p27"/>
          <p:cNvSpPr/>
          <p:nvPr/>
        </p:nvSpPr>
        <p:spPr>
          <a:xfrm rot="5400000">
            <a:off x="1557419" y="48880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4" name="Google Shape;194;p27"/>
          <p:cNvSpPr txBox="1"/>
          <p:nvPr>
            <p:ph type="title"/>
          </p:nvPr>
        </p:nvSpPr>
        <p:spPr>
          <a:xfrm>
            <a:off x="977700" y="1410450"/>
            <a:ext cx="7188600" cy="2322600"/>
          </a:xfrm>
          <a:prstGeom prst="rect">
            <a:avLst/>
          </a:prstGeom>
        </p:spPr>
        <p:txBody>
          <a:bodyPr anchorCtr="0" anchor="ctr" bIns="0" lIns="0" spcFirstLastPara="1" rIns="0" wrap="square" tIns="0">
            <a:noAutofit/>
          </a:bodyPr>
          <a:lstStyle>
            <a:lvl1pPr lvl="0" algn="ctr">
              <a:spcBef>
                <a:spcPts val="0"/>
              </a:spcBef>
              <a:spcAft>
                <a:spcPts val="0"/>
              </a:spcAft>
              <a:buNone/>
              <a:defRPr>
                <a:latin typeface="Space Grotesk Light"/>
                <a:ea typeface="Space Grotesk Light"/>
                <a:cs typeface="Space Grotesk Light"/>
                <a:sym typeface="Space Grotesk Light"/>
              </a:defRPr>
            </a:lvl1pPr>
            <a:lvl2pPr lvl="1" algn="ctr">
              <a:spcBef>
                <a:spcPts val="0"/>
              </a:spcBef>
              <a:spcAft>
                <a:spcPts val="0"/>
              </a:spcAft>
              <a:buNone/>
              <a:defRPr>
                <a:latin typeface="Space Grotesk Light"/>
                <a:ea typeface="Space Grotesk Light"/>
                <a:cs typeface="Space Grotesk Light"/>
                <a:sym typeface="Space Grotesk Light"/>
              </a:defRPr>
            </a:lvl2pPr>
            <a:lvl3pPr lvl="2" algn="ctr">
              <a:spcBef>
                <a:spcPts val="0"/>
              </a:spcBef>
              <a:spcAft>
                <a:spcPts val="0"/>
              </a:spcAft>
              <a:buNone/>
              <a:defRPr>
                <a:latin typeface="Space Grotesk Light"/>
                <a:ea typeface="Space Grotesk Light"/>
                <a:cs typeface="Space Grotesk Light"/>
                <a:sym typeface="Space Grotesk Light"/>
              </a:defRPr>
            </a:lvl3pPr>
            <a:lvl4pPr lvl="3" algn="ctr">
              <a:spcBef>
                <a:spcPts val="0"/>
              </a:spcBef>
              <a:spcAft>
                <a:spcPts val="0"/>
              </a:spcAft>
              <a:buNone/>
              <a:defRPr>
                <a:latin typeface="Space Grotesk Light"/>
                <a:ea typeface="Space Grotesk Light"/>
                <a:cs typeface="Space Grotesk Light"/>
                <a:sym typeface="Space Grotesk Light"/>
              </a:defRPr>
            </a:lvl4pPr>
            <a:lvl5pPr lvl="4" algn="ctr">
              <a:spcBef>
                <a:spcPts val="0"/>
              </a:spcBef>
              <a:spcAft>
                <a:spcPts val="0"/>
              </a:spcAft>
              <a:buNone/>
              <a:defRPr>
                <a:latin typeface="Space Grotesk Light"/>
                <a:ea typeface="Space Grotesk Light"/>
                <a:cs typeface="Space Grotesk Light"/>
                <a:sym typeface="Space Grotesk Light"/>
              </a:defRPr>
            </a:lvl5pPr>
            <a:lvl6pPr lvl="5" algn="ctr">
              <a:spcBef>
                <a:spcPts val="0"/>
              </a:spcBef>
              <a:spcAft>
                <a:spcPts val="0"/>
              </a:spcAft>
              <a:buNone/>
              <a:defRPr>
                <a:latin typeface="Space Grotesk Light"/>
                <a:ea typeface="Space Grotesk Light"/>
                <a:cs typeface="Space Grotesk Light"/>
                <a:sym typeface="Space Grotesk Light"/>
              </a:defRPr>
            </a:lvl6pPr>
            <a:lvl7pPr lvl="6" algn="ctr">
              <a:spcBef>
                <a:spcPts val="0"/>
              </a:spcBef>
              <a:spcAft>
                <a:spcPts val="0"/>
              </a:spcAft>
              <a:buNone/>
              <a:defRPr>
                <a:latin typeface="Space Grotesk Light"/>
                <a:ea typeface="Space Grotesk Light"/>
                <a:cs typeface="Space Grotesk Light"/>
                <a:sym typeface="Space Grotesk Light"/>
              </a:defRPr>
            </a:lvl7pPr>
            <a:lvl8pPr lvl="7" algn="ctr">
              <a:spcBef>
                <a:spcPts val="0"/>
              </a:spcBef>
              <a:spcAft>
                <a:spcPts val="0"/>
              </a:spcAft>
              <a:buNone/>
              <a:defRPr>
                <a:latin typeface="Space Grotesk Light"/>
                <a:ea typeface="Space Grotesk Light"/>
                <a:cs typeface="Space Grotesk Light"/>
                <a:sym typeface="Space Grotesk Light"/>
              </a:defRPr>
            </a:lvl8pPr>
            <a:lvl9pPr lvl="8" algn="ctr">
              <a:spcBef>
                <a:spcPts val="0"/>
              </a:spcBef>
              <a:spcAft>
                <a:spcPts val="0"/>
              </a:spcAft>
              <a:buNone/>
              <a:defRPr>
                <a:latin typeface="Space Grotesk Light"/>
                <a:ea typeface="Space Grotesk Light"/>
                <a:cs typeface="Space Grotesk Light"/>
                <a:sym typeface="Space Grotesk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p:cSld name="BLANK_1_1_1_1_1_1_1">
    <p:spTree>
      <p:nvGrpSpPr>
        <p:cNvPr id="195" name="Shape 195"/>
        <p:cNvGrpSpPr/>
        <p:nvPr/>
      </p:nvGrpSpPr>
      <p:grpSpPr>
        <a:xfrm>
          <a:off x="0" y="0"/>
          <a:ext cx="0" cy="0"/>
          <a:chOff x="0" y="0"/>
          <a:chExt cx="0" cy="0"/>
        </a:xfrm>
      </p:grpSpPr>
      <p:sp>
        <p:nvSpPr>
          <p:cNvPr id="196" name="Google Shape;196;p28"/>
          <p:cNvSpPr/>
          <p:nvPr/>
        </p:nvSpPr>
        <p:spPr>
          <a:xfrm rot="-8920466">
            <a:off x="2599338" y="503023"/>
            <a:ext cx="5915173" cy="5915173"/>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7" name="Google Shape;197;p28"/>
          <p:cNvSpPr txBox="1"/>
          <p:nvPr>
            <p:ph idx="1" type="subTitle"/>
          </p:nvPr>
        </p:nvSpPr>
        <p:spPr>
          <a:xfrm>
            <a:off x="3237075" y="4074650"/>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1pPr>
            <a:lvl2pPr lvl="1"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2pPr>
            <a:lvl3pPr lvl="2"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3pPr>
            <a:lvl4pPr lvl="3"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4pPr>
            <a:lvl5pPr lvl="4"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5pPr>
            <a:lvl6pPr lvl="5"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6pPr>
            <a:lvl7pPr lvl="6"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7pPr>
            <a:lvl8pPr lvl="7"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8pPr>
            <a:lvl9pPr lvl="8" algn="ctr">
              <a:spcBef>
                <a:spcPts val="0"/>
              </a:spcBef>
              <a:spcAft>
                <a:spcPts val="0"/>
              </a:spcAft>
              <a:buClr>
                <a:schemeClr val="accent2"/>
              </a:buClr>
              <a:buSzPts val="1800"/>
              <a:buFont typeface="Roboto"/>
              <a:buNone/>
              <a:defRPr>
                <a:solidFill>
                  <a:schemeClr val="accent2"/>
                </a:solidFill>
                <a:latin typeface="Roboto"/>
                <a:ea typeface="Roboto"/>
                <a:cs typeface="Roboto"/>
                <a:sym typeface="Roboto"/>
              </a:defRPr>
            </a:lvl9pPr>
          </a:lstStyle>
          <a:p/>
        </p:txBody>
      </p:sp>
      <p:sp>
        <p:nvSpPr>
          <p:cNvPr id="198" name="Google Shape;198;p28"/>
          <p:cNvSpPr/>
          <p:nvPr/>
        </p:nvSpPr>
        <p:spPr>
          <a:xfrm rot="-8920806">
            <a:off x="581601" y="399117"/>
            <a:ext cx="1887207" cy="1887207"/>
          </a:xfrm>
          <a:prstGeom prst="ellipse">
            <a:avLst/>
          </a:prstGeom>
          <a:gradFill>
            <a:gsLst>
              <a:gs pos="0">
                <a:schemeClr val="accent4"/>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199" name="Google Shape;199;p28"/>
          <p:cNvSpPr txBox="1"/>
          <p:nvPr>
            <p:ph type="title"/>
          </p:nvPr>
        </p:nvSpPr>
        <p:spPr>
          <a:xfrm>
            <a:off x="1174800" y="1562850"/>
            <a:ext cx="6794400" cy="2322600"/>
          </a:xfrm>
          <a:prstGeom prst="rect">
            <a:avLst/>
          </a:prstGeom>
        </p:spPr>
        <p:txBody>
          <a:bodyPr anchorCtr="0" anchor="ctr" bIns="0" lIns="0" spcFirstLastPara="1" rIns="0" wrap="square" tIns="0">
            <a:noAutofit/>
          </a:bodyPr>
          <a:lstStyle>
            <a:lvl1pPr lvl="0" algn="ctr">
              <a:spcBef>
                <a:spcPts val="0"/>
              </a:spcBef>
              <a:spcAft>
                <a:spcPts val="0"/>
              </a:spcAft>
              <a:buNone/>
              <a:defRPr sz="3400">
                <a:latin typeface="Space Grotesk Light"/>
                <a:ea typeface="Space Grotesk Light"/>
                <a:cs typeface="Space Grotesk Light"/>
                <a:sym typeface="Space Grotesk Light"/>
              </a:defRPr>
            </a:lvl1pPr>
            <a:lvl2pPr lvl="1" algn="ctr">
              <a:spcBef>
                <a:spcPts val="0"/>
              </a:spcBef>
              <a:spcAft>
                <a:spcPts val="0"/>
              </a:spcAft>
              <a:buNone/>
              <a:defRPr sz="3400">
                <a:latin typeface="Space Grotesk Light"/>
                <a:ea typeface="Space Grotesk Light"/>
                <a:cs typeface="Space Grotesk Light"/>
                <a:sym typeface="Space Grotesk Light"/>
              </a:defRPr>
            </a:lvl2pPr>
            <a:lvl3pPr lvl="2" algn="ctr">
              <a:spcBef>
                <a:spcPts val="0"/>
              </a:spcBef>
              <a:spcAft>
                <a:spcPts val="0"/>
              </a:spcAft>
              <a:buNone/>
              <a:defRPr sz="3400">
                <a:latin typeface="Space Grotesk Light"/>
                <a:ea typeface="Space Grotesk Light"/>
                <a:cs typeface="Space Grotesk Light"/>
                <a:sym typeface="Space Grotesk Light"/>
              </a:defRPr>
            </a:lvl3pPr>
            <a:lvl4pPr lvl="3" algn="ctr">
              <a:spcBef>
                <a:spcPts val="0"/>
              </a:spcBef>
              <a:spcAft>
                <a:spcPts val="0"/>
              </a:spcAft>
              <a:buNone/>
              <a:defRPr sz="3400">
                <a:latin typeface="Space Grotesk Light"/>
                <a:ea typeface="Space Grotesk Light"/>
                <a:cs typeface="Space Grotesk Light"/>
                <a:sym typeface="Space Grotesk Light"/>
              </a:defRPr>
            </a:lvl4pPr>
            <a:lvl5pPr lvl="4" algn="ctr">
              <a:spcBef>
                <a:spcPts val="0"/>
              </a:spcBef>
              <a:spcAft>
                <a:spcPts val="0"/>
              </a:spcAft>
              <a:buNone/>
              <a:defRPr sz="3400">
                <a:latin typeface="Space Grotesk Light"/>
                <a:ea typeface="Space Grotesk Light"/>
                <a:cs typeface="Space Grotesk Light"/>
                <a:sym typeface="Space Grotesk Light"/>
              </a:defRPr>
            </a:lvl5pPr>
            <a:lvl6pPr lvl="5" algn="ctr">
              <a:spcBef>
                <a:spcPts val="0"/>
              </a:spcBef>
              <a:spcAft>
                <a:spcPts val="0"/>
              </a:spcAft>
              <a:buNone/>
              <a:defRPr sz="3400">
                <a:latin typeface="Space Grotesk Light"/>
                <a:ea typeface="Space Grotesk Light"/>
                <a:cs typeface="Space Grotesk Light"/>
                <a:sym typeface="Space Grotesk Light"/>
              </a:defRPr>
            </a:lvl6pPr>
            <a:lvl7pPr lvl="6" algn="ctr">
              <a:spcBef>
                <a:spcPts val="0"/>
              </a:spcBef>
              <a:spcAft>
                <a:spcPts val="0"/>
              </a:spcAft>
              <a:buNone/>
              <a:defRPr sz="3400">
                <a:latin typeface="Space Grotesk Light"/>
                <a:ea typeface="Space Grotesk Light"/>
                <a:cs typeface="Space Grotesk Light"/>
                <a:sym typeface="Space Grotesk Light"/>
              </a:defRPr>
            </a:lvl7pPr>
            <a:lvl8pPr lvl="7" algn="ctr">
              <a:spcBef>
                <a:spcPts val="0"/>
              </a:spcBef>
              <a:spcAft>
                <a:spcPts val="0"/>
              </a:spcAft>
              <a:buNone/>
              <a:defRPr sz="3400">
                <a:latin typeface="Space Grotesk Light"/>
                <a:ea typeface="Space Grotesk Light"/>
                <a:cs typeface="Space Grotesk Light"/>
                <a:sym typeface="Space Grotesk Light"/>
              </a:defRPr>
            </a:lvl8pPr>
            <a:lvl9pPr lvl="8" algn="ctr">
              <a:spcBef>
                <a:spcPts val="0"/>
              </a:spcBef>
              <a:spcAft>
                <a:spcPts val="0"/>
              </a:spcAft>
              <a:buNone/>
              <a:defRPr sz="3400">
                <a:latin typeface="Space Grotesk Light"/>
                <a:ea typeface="Space Grotesk Light"/>
                <a:cs typeface="Space Grotesk Light"/>
                <a:sym typeface="Space Grotesk Light"/>
              </a:defRPr>
            </a:lvl9pPr>
          </a:lstStyle>
          <a:p/>
        </p:txBody>
      </p:sp>
      <p:sp>
        <p:nvSpPr>
          <p:cNvPr id="200" name="Google Shape;200;p28"/>
          <p:cNvSpPr/>
          <p:nvPr/>
        </p:nvSpPr>
        <p:spPr>
          <a:xfrm>
            <a:off x="8891100" y="2286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1" name="Google Shape;201;p28"/>
          <p:cNvSpPr/>
          <p:nvPr/>
        </p:nvSpPr>
        <p:spPr>
          <a:xfrm>
            <a:off x="8891100" y="4464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2" name="Google Shape;202;p28"/>
          <p:cNvSpPr/>
          <p:nvPr/>
        </p:nvSpPr>
        <p:spPr>
          <a:xfrm rot="5400000">
            <a:off x="8673244" y="22863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3" name="Google Shape;203;p28"/>
          <p:cNvSpPr/>
          <p:nvPr/>
        </p:nvSpPr>
        <p:spPr>
          <a:xfrm rot="-5400000">
            <a:off x="228591"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4" name="Google Shape;204;p28"/>
          <p:cNvSpPr/>
          <p:nvPr/>
        </p:nvSpPr>
        <p:spPr>
          <a:xfrm rot="-5400000">
            <a:off x="446453" y="22860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5" name="Google Shape;205;p28"/>
          <p:cNvSpPr/>
          <p:nvPr/>
        </p:nvSpPr>
        <p:spPr>
          <a:xfrm>
            <a:off x="228622" y="446459"/>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6" name="Google Shape;206;p28"/>
          <p:cNvSpPr/>
          <p:nvPr/>
        </p:nvSpPr>
        <p:spPr>
          <a:xfrm rot="10800000">
            <a:off x="228591" y="4888025"/>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7" name="Google Shape;207;p28"/>
          <p:cNvSpPr/>
          <p:nvPr/>
        </p:nvSpPr>
        <p:spPr>
          <a:xfrm rot="10800000">
            <a:off x="228591" y="46701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8" name="Google Shape;208;p28"/>
          <p:cNvSpPr/>
          <p:nvPr/>
        </p:nvSpPr>
        <p:spPr>
          <a:xfrm rot="-5400000">
            <a:off x="446447" y="4887994"/>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9" name="Google Shape;209;p28"/>
          <p:cNvSpPr/>
          <p:nvPr/>
        </p:nvSpPr>
        <p:spPr>
          <a:xfrm rot="5400000">
            <a:off x="8891100"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0" name="Google Shape;210;p28"/>
          <p:cNvSpPr/>
          <p:nvPr/>
        </p:nvSpPr>
        <p:spPr>
          <a:xfrm rot="5400000">
            <a:off x="8673238" y="4888022"/>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1" name="Google Shape;211;p28"/>
          <p:cNvSpPr/>
          <p:nvPr/>
        </p:nvSpPr>
        <p:spPr>
          <a:xfrm rot="10800000">
            <a:off x="8891069" y="4670166"/>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2" name="Google Shape;212;p28"/>
          <p:cNvSpPr txBox="1"/>
          <p:nvPr>
            <p:ph idx="2" type="subTitle"/>
          </p:nvPr>
        </p:nvSpPr>
        <p:spPr>
          <a:xfrm>
            <a:off x="3237075" y="4300975"/>
            <a:ext cx="2669700" cy="3693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oboto"/>
              <a:buNone/>
              <a:defRPr sz="1000">
                <a:latin typeface="Roboto"/>
                <a:ea typeface="Roboto"/>
                <a:cs typeface="Roboto"/>
                <a:sym typeface="Roboto"/>
              </a:defRPr>
            </a:lvl1pPr>
            <a:lvl2pPr lvl="1" algn="ctr">
              <a:spcBef>
                <a:spcPts val="0"/>
              </a:spcBef>
              <a:spcAft>
                <a:spcPts val="0"/>
              </a:spcAft>
              <a:buClr>
                <a:schemeClr val="lt1"/>
              </a:buClr>
              <a:buSzPts val="1000"/>
              <a:buFont typeface="Roboto"/>
              <a:buNone/>
              <a:defRPr sz="1000">
                <a:latin typeface="Roboto"/>
                <a:ea typeface="Roboto"/>
                <a:cs typeface="Roboto"/>
                <a:sym typeface="Roboto"/>
              </a:defRPr>
            </a:lvl2pPr>
            <a:lvl3pPr lvl="2" algn="ctr">
              <a:spcBef>
                <a:spcPts val="0"/>
              </a:spcBef>
              <a:spcAft>
                <a:spcPts val="0"/>
              </a:spcAft>
              <a:buClr>
                <a:schemeClr val="lt1"/>
              </a:buClr>
              <a:buSzPts val="1000"/>
              <a:buFont typeface="Roboto"/>
              <a:buNone/>
              <a:defRPr sz="1000">
                <a:latin typeface="Roboto"/>
                <a:ea typeface="Roboto"/>
                <a:cs typeface="Roboto"/>
                <a:sym typeface="Roboto"/>
              </a:defRPr>
            </a:lvl3pPr>
            <a:lvl4pPr lvl="3" algn="ctr">
              <a:spcBef>
                <a:spcPts val="0"/>
              </a:spcBef>
              <a:spcAft>
                <a:spcPts val="0"/>
              </a:spcAft>
              <a:buClr>
                <a:schemeClr val="lt1"/>
              </a:buClr>
              <a:buSzPts val="1000"/>
              <a:buFont typeface="Roboto"/>
              <a:buNone/>
              <a:defRPr sz="1000">
                <a:latin typeface="Roboto"/>
                <a:ea typeface="Roboto"/>
                <a:cs typeface="Roboto"/>
                <a:sym typeface="Roboto"/>
              </a:defRPr>
            </a:lvl4pPr>
            <a:lvl5pPr lvl="4" algn="ctr">
              <a:spcBef>
                <a:spcPts val="0"/>
              </a:spcBef>
              <a:spcAft>
                <a:spcPts val="0"/>
              </a:spcAft>
              <a:buClr>
                <a:schemeClr val="lt1"/>
              </a:buClr>
              <a:buSzPts val="1000"/>
              <a:buFont typeface="Roboto"/>
              <a:buNone/>
              <a:defRPr sz="1000">
                <a:latin typeface="Roboto"/>
                <a:ea typeface="Roboto"/>
                <a:cs typeface="Roboto"/>
                <a:sym typeface="Roboto"/>
              </a:defRPr>
            </a:lvl5pPr>
            <a:lvl6pPr lvl="5" algn="ctr">
              <a:spcBef>
                <a:spcPts val="0"/>
              </a:spcBef>
              <a:spcAft>
                <a:spcPts val="0"/>
              </a:spcAft>
              <a:buClr>
                <a:schemeClr val="lt1"/>
              </a:buClr>
              <a:buSzPts val="1000"/>
              <a:buFont typeface="Roboto"/>
              <a:buNone/>
              <a:defRPr sz="1000">
                <a:latin typeface="Roboto"/>
                <a:ea typeface="Roboto"/>
                <a:cs typeface="Roboto"/>
                <a:sym typeface="Roboto"/>
              </a:defRPr>
            </a:lvl6pPr>
            <a:lvl7pPr lvl="6" algn="ctr">
              <a:spcBef>
                <a:spcPts val="0"/>
              </a:spcBef>
              <a:spcAft>
                <a:spcPts val="0"/>
              </a:spcAft>
              <a:buClr>
                <a:schemeClr val="lt1"/>
              </a:buClr>
              <a:buSzPts val="1000"/>
              <a:buFont typeface="Roboto"/>
              <a:buNone/>
              <a:defRPr sz="1000">
                <a:latin typeface="Roboto"/>
                <a:ea typeface="Roboto"/>
                <a:cs typeface="Roboto"/>
                <a:sym typeface="Roboto"/>
              </a:defRPr>
            </a:lvl7pPr>
            <a:lvl8pPr lvl="7" algn="ctr">
              <a:spcBef>
                <a:spcPts val="0"/>
              </a:spcBef>
              <a:spcAft>
                <a:spcPts val="0"/>
              </a:spcAft>
              <a:buClr>
                <a:schemeClr val="lt1"/>
              </a:buClr>
              <a:buSzPts val="1000"/>
              <a:buFont typeface="Roboto"/>
              <a:buNone/>
              <a:defRPr sz="1000">
                <a:latin typeface="Roboto"/>
                <a:ea typeface="Roboto"/>
                <a:cs typeface="Roboto"/>
                <a:sym typeface="Roboto"/>
              </a:defRPr>
            </a:lvl8pPr>
            <a:lvl9pPr lvl="8" algn="ctr">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BLANK_1_1_1_1_1_1_1_1_1_1_2">
    <p:spTree>
      <p:nvGrpSpPr>
        <p:cNvPr id="213" name="Shape 213"/>
        <p:cNvGrpSpPr/>
        <p:nvPr/>
      </p:nvGrpSpPr>
      <p:grpSpPr>
        <a:xfrm>
          <a:off x="0" y="0"/>
          <a:ext cx="0" cy="0"/>
          <a:chOff x="0" y="0"/>
          <a:chExt cx="0" cy="0"/>
        </a:xfrm>
      </p:grpSpPr>
      <p:sp>
        <p:nvSpPr>
          <p:cNvPr id="214" name="Google Shape;214;p29"/>
          <p:cNvSpPr txBox="1"/>
          <p:nvPr>
            <p:ph idx="1" type="subTitle"/>
          </p:nvPr>
        </p:nvSpPr>
        <p:spPr>
          <a:xfrm>
            <a:off x="228600" y="2077513"/>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5" name="Google Shape;215;p29"/>
          <p:cNvSpPr txBox="1"/>
          <p:nvPr>
            <p:ph idx="2" type="subTitle"/>
          </p:nvPr>
        </p:nvSpPr>
        <p:spPr>
          <a:xfrm>
            <a:off x="228600" y="2764250"/>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6" name="Google Shape;216;p29"/>
          <p:cNvSpPr txBox="1"/>
          <p:nvPr>
            <p:ph idx="3" type="subTitle"/>
          </p:nvPr>
        </p:nvSpPr>
        <p:spPr>
          <a:xfrm>
            <a:off x="228700" y="3469938"/>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7" name="Google Shape;217;p29"/>
          <p:cNvSpPr txBox="1"/>
          <p:nvPr>
            <p:ph idx="4" type="subTitle"/>
          </p:nvPr>
        </p:nvSpPr>
        <p:spPr>
          <a:xfrm>
            <a:off x="228700" y="4194625"/>
            <a:ext cx="256800" cy="184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Space Grotesk"/>
              <a:buNone/>
              <a:defRPr sz="1200"/>
            </a:lvl1pPr>
            <a:lvl2pPr lvl="1">
              <a:spcBef>
                <a:spcPts val="0"/>
              </a:spcBef>
              <a:spcAft>
                <a:spcPts val="0"/>
              </a:spcAft>
              <a:buClr>
                <a:schemeClr val="lt1"/>
              </a:buClr>
              <a:buSzPts val="1200"/>
              <a:buFont typeface="Space Grotesk"/>
              <a:buNone/>
              <a:defRPr sz="1200"/>
            </a:lvl2pPr>
            <a:lvl3pPr lvl="2">
              <a:spcBef>
                <a:spcPts val="0"/>
              </a:spcBef>
              <a:spcAft>
                <a:spcPts val="0"/>
              </a:spcAft>
              <a:buClr>
                <a:schemeClr val="lt1"/>
              </a:buClr>
              <a:buSzPts val="1200"/>
              <a:buFont typeface="Space Grotesk"/>
              <a:buNone/>
              <a:defRPr sz="1200"/>
            </a:lvl3pPr>
            <a:lvl4pPr lvl="3">
              <a:spcBef>
                <a:spcPts val="0"/>
              </a:spcBef>
              <a:spcAft>
                <a:spcPts val="0"/>
              </a:spcAft>
              <a:buClr>
                <a:schemeClr val="lt1"/>
              </a:buClr>
              <a:buSzPts val="1200"/>
              <a:buFont typeface="Space Grotesk"/>
              <a:buNone/>
              <a:defRPr sz="1200"/>
            </a:lvl4pPr>
            <a:lvl5pPr lvl="4">
              <a:spcBef>
                <a:spcPts val="0"/>
              </a:spcBef>
              <a:spcAft>
                <a:spcPts val="0"/>
              </a:spcAft>
              <a:buClr>
                <a:schemeClr val="lt1"/>
              </a:buClr>
              <a:buSzPts val="1200"/>
              <a:buFont typeface="Space Grotesk"/>
              <a:buNone/>
              <a:defRPr sz="1200"/>
            </a:lvl5pPr>
            <a:lvl6pPr lvl="5">
              <a:spcBef>
                <a:spcPts val="0"/>
              </a:spcBef>
              <a:spcAft>
                <a:spcPts val="0"/>
              </a:spcAft>
              <a:buClr>
                <a:schemeClr val="lt1"/>
              </a:buClr>
              <a:buSzPts val="1200"/>
              <a:buFont typeface="Space Grotesk"/>
              <a:buNone/>
              <a:defRPr sz="1200"/>
            </a:lvl6pPr>
            <a:lvl7pPr lvl="6">
              <a:spcBef>
                <a:spcPts val="0"/>
              </a:spcBef>
              <a:spcAft>
                <a:spcPts val="0"/>
              </a:spcAft>
              <a:buClr>
                <a:schemeClr val="lt1"/>
              </a:buClr>
              <a:buSzPts val="1200"/>
              <a:buFont typeface="Space Grotesk"/>
              <a:buNone/>
              <a:defRPr sz="1200"/>
            </a:lvl7pPr>
            <a:lvl8pPr lvl="7">
              <a:spcBef>
                <a:spcPts val="0"/>
              </a:spcBef>
              <a:spcAft>
                <a:spcPts val="0"/>
              </a:spcAft>
              <a:buClr>
                <a:schemeClr val="lt1"/>
              </a:buClr>
              <a:buSzPts val="1200"/>
              <a:buFont typeface="Space Grotesk"/>
              <a:buNone/>
              <a:defRPr sz="1200"/>
            </a:lvl8pPr>
            <a:lvl9pPr lvl="8">
              <a:spcBef>
                <a:spcPts val="0"/>
              </a:spcBef>
              <a:spcAft>
                <a:spcPts val="0"/>
              </a:spcAft>
              <a:buClr>
                <a:schemeClr val="lt1"/>
              </a:buClr>
              <a:buSzPts val="1200"/>
              <a:buFont typeface="Space Grotesk"/>
              <a:buNone/>
              <a:defRPr sz="1200"/>
            </a:lvl9pPr>
          </a:lstStyle>
          <a:p/>
        </p:txBody>
      </p:sp>
      <p:sp>
        <p:nvSpPr>
          <p:cNvPr id="218" name="Google Shape;218;p29"/>
          <p:cNvSpPr txBox="1"/>
          <p:nvPr>
            <p:ph type="title"/>
          </p:nvPr>
        </p:nvSpPr>
        <p:spPr>
          <a:xfrm>
            <a:off x="212450" y="177900"/>
            <a:ext cx="64467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19" name="Google Shape;219;p29"/>
          <p:cNvSpPr txBox="1"/>
          <p:nvPr>
            <p:ph idx="5" type="subTitle"/>
          </p:nvPr>
        </p:nvSpPr>
        <p:spPr>
          <a:xfrm>
            <a:off x="631800" y="20603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0" name="Google Shape;220;p29"/>
          <p:cNvSpPr txBox="1"/>
          <p:nvPr>
            <p:ph idx="6" type="subTitle"/>
          </p:nvPr>
        </p:nvSpPr>
        <p:spPr>
          <a:xfrm>
            <a:off x="631800" y="27470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1" name="Google Shape;221;p29"/>
          <p:cNvSpPr txBox="1"/>
          <p:nvPr>
            <p:ph idx="7" type="subTitle"/>
          </p:nvPr>
        </p:nvSpPr>
        <p:spPr>
          <a:xfrm>
            <a:off x="631850" y="3452782"/>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2" name="Google Shape;222;p29"/>
          <p:cNvSpPr txBox="1"/>
          <p:nvPr>
            <p:ph idx="8" type="subTitle"/>
          </p:nvPr>
        </p:nvSpPr>
        <p:spPr>
          <a:xfrm>
            <a:off x="631900" y="4177457"/>
            <a:ext cx="2128200" cy="2772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800"/>
              <a:buFont typeface="Space Grotesk"/>
              <a:buNone/>
              <a:defRPr>
                <a:solidFill>
                  <a:schemeClr val="accent2"/>
                </a:solidFill>
              </a:defRPr>
            </a:lvl1pPr>
            <a:lvl2pPr lvl="1">
              <a:spcBef>
                <a:spcPts val="0"/>
              </a:spcBef>
              <a:spcAft>
                <a:spcPts val="0"/>
              </a:spcAft>
              <a:buClr>
                <a:schemeClr val="accent2"/>
              </a:buClr>
              <a:buSzPts val="1800"/>
              <a:buFont typeface="Space Grotesk"/>
              <a:buNone/>
              <a:defRPr>
                <a:solidFill>
                  <a:schemeClr val="accent2"/>
                </a:solidFill>
              </a:defRPr>
            </a:lvl2pPr>
            <a:lvl3pPr lvl="2">
              <a:spcBef>
                <a:spcPts val="0"/>
              </a:spcBef>
              <a:spcAft>
                <a:spcPts val="0"/>
              </a:spcAft>
              <a:buClr>
                <a:schemeClr val="accent2"/>
              </a:buClr>
              <a:buSzPts val="1800"/>
              <a:buFont typeface="Space Grotesk"/>
              <a:buNone/>
              <a:defRPr>
                <a:solidFill>
                  <a:schemeClr val="accent2"/>
                </a:solidFill>
              </a:defRPr>
            </a:lvl3pPr>
            <a:lvl4pPr lvl="3">
              <a:spcBef>
                <a:spcPts val="0"/>
              </a:spcBef>
              <a:spcAft>
                <a:spcPts val="0"/>
              </a:spcAft>
              <a:buClr>
                <a:schemeClr val="accent2"/>
              </a:buClr>
              <a:buSzPts val="1800"/>
              <a:buFont typeface="Space Grotesk"/>
              <a:buNone/>
              <a:defRPr>
                <a:solidFill>
                  <a:schemeClr val="accent2"/>
                </a:solidFill>
              </a:defRPr>
            </a:lvl4pPr>
            <a:lvl5pPr lvl="4">
              <a:spcBef>
                <a:spcPts val="0"/>
              </a:spcBef>
              <a:spcAft>
                <a:spcPts val="0"/>
              </a:spcAft>
              <a:buClr>
                <a:schemeClr val="accent2"/>
              </a:buClr>
              <a:buSzPts val="1800"/>
              <a:buFont typeface="Space Grotesk"/>
              <a:buNone/>
              <a:defRPr>
                <a:solidFill>
                  <a:schemeClr val="accent2"/>
                </a:solidFill>
              </a:defRPr>
            </a:lvl5pPr>
            <a:lvl6pPr lvl="5">
              <a:spcBef>
                <a:spcPts val="0"/>
              </a:spcBef>
              <a:spcAft>
                <a:spcPts val="0"/>
              </a:spcAft>
              <a:buClr>
                <a:schemeClr val="accent2"/>
              </a:buClr>
              <a:buSzPts val="1800"/>
              <a:buFont typeface="Space Grotesk"/>
              <a:buNone/>
              <a:defRPr>
                <a:solidFill>
                  <a:schemeClr val="accent2"/>
                </a:solidFill>
              </a:defRPr>
            </a:lvl6pPr>
            <a:lvl7pPr lvl="6">
              <a:spcBef>
                <a:spcPts val="0"/>
              </a:spcBef>
              <a:spcAft>
                <a:spcPts val="0"/>
              </a:spcAft>
              <a:buClr>
                <a:schemeClr val="accent2"/>
              </a:buClr>
              <a:buSzPts val="1800"/>
              <a:buFont typeface="Space Grotesk"/>
              <a:buNone/>
              <a:defRPr>
                <a:solidFill>
                  <a:schemeClr val="accent2"/>
                </a:solidFill>
              </a:defRPr>
            </a:lvl7pPr>
            <a:lvl8pPr lvl="7">
              <a:spcBef>
                <a:spcPts val="0"/>
              </a:spcBef>
              <a:spcAft>
                <a:spcPts val="0"/>
              </a:spcAft>
              <a:buClr>
                <a:schemeClr val="accent2"/>
              </a:buClr>
              <a:buSzPts val="1800"/>
              <a:buFont typeface="Space Grotesk"/>
              <a:buNone/>
              <a:defRPr>
                <a:solidFill>
                  <a:schemeClr val="accent2"/>
                </a:solidFill>
              </a:defRPr>
            </a:lvl8pPr>
            <a:lvl9pPr lvl="8">
              <a:spcBef>
                <a:spcPts val="0"/>
              </a:spcBef>
              <a:spcAft>
                <a:spcPts val="0"/>
              </a:spcAft>
              <a:buClr>
                <a:schemeClr val="accent2"/>
              </a:buClr>
              <a:buSzPts val="1800"/>
              <a:buFont typeface="Space Grotesk"/>
              <a:buNone/>
              <a:defRPr>
                <a:solidFill>
                  <a:schemeClr val="accent2"/>
                </a:solidFill>
              </a:defRPr>
            </a:lvl9pPr>
          </a:lstStyle>
          <a:p/>
        </p:txBody>
      </p:sp>
      <p:sp>
        <p:nvSpPr>
          <p:cNvPr id="223" name="Google Shape;223;p29"/>
          <p:cNvSpPr txBox="1"/>
          <p:nvPr>
            <p:ph idx="9" type="body"/>
          </p:nvPr>
        </p:nvSpPr>
        <p:spPr>
          <a:xfrm>
            <a:off x="2906500" y="4194625"/>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4" name="Google Shape;224;p29"/>
          <p:cNvSpPr txBox="1"/>
          <p:nvPr>
            <p:ph idx="13" type="body"/>
          </p:nvPr>
        </p:nvSpPr>
        <p:spPr>
          <a:xfrm>
            <a:off x="2906400" y="3479438"/>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5" name="Google Shape;225;p29"/>
          <p:cNvSpPr txBox="1"/>
          <p:nvPr>
            <p:ph idx="14" type="body"/>
          </p:nvPr>
        </p:nvSpPr>
        <p:spPr>
          <a:xfrm>
            <a:off x="2906400" y="276426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26" name="Google Shape;226;p29"/>
          <p:cNvSpPr txBox="1"/>
          <p:nvPr>
            <p:ph idx="15" type="body"/>
          </p:nvPr>
        </p:nvSpPr>
        <p:spPr>
          <a:xfrm>
            <a:off x="2906400" y="2048313"/>
            <a:ext cx="3376200" cy="330900"/>
          </a:xfrm>
          <a:prstGeom prst="rect">
            <a:avLst/>
          </a:prstGeom>
          <a:noFill/>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gradFill>
          <a:gsLst>
            <a:gs pos="0">
              <a:schemeClr val="accent4"/>
            </a:gs>
            <a:gs pos="100000">
              <a:schemeClr val="dk1"/>
            </a:gs>
          </a:gsLst>
          <a:lin ang="5400012" scaled="0"/>
        </a:gradFill>
      </p:bgPr>
    </p:bg>
    <p:spTree>
      <p:nvGrpSpPr>
        <p:cNvPr id="227" name="Shape 227"/>
        <p:cNvGrpSpPr/>
        <p:nvPr/>
      </p:nvGrpSpPr>
      <p:grpSpPr>
        <a:xfrm>
          <a:off x="0" y="0"/>
          <a:ext cx="0" cy="0"/>
          <a:chOff x="0" y="0"/>
          <a:chExt cx="0" cy="0"/>
        </a:xfrm>
      </p:grpSpPr>
      <p:sp>
        <p:nvSpPr>
          <p:cNvPr id="228" name="Google Shape;228;p30"/>
          <p:cNvSpPr/>
          <p:nvPr/>
        </p:nvSpPr>
        <p:spPr>
          <a:xfrm>
            <a:off x="8891100" y="228600"/>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29" name="Google Shape;229;p30"/>
          <p:cNvSpPr/>
          <p:nvPr/>
        </p:nvSpPr>
        <p:spPr>
          <a:xfrm flipH="1" rot="10800000">
            <a:off x="8891100" y="3225473"/>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0" name="Google Shape;230;p30"/>
          <p:cNvSpPr/>
          <p:nvPr/>
        </p:nvSpPr>
        <p:spPr>
          <a:xfrm>
            <a:off x="8891100" y="2283200"/>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1" name="Google Shape;231;p30"/>
          <p:cNvSpPr/>
          <p:nvPr/>
        </p:nvSpPr>
        <p:spPr>
          <a:xfrm>
            <a:off x="8891100" y="488801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2" name="Google Shape;232;p30"/>
          <p:cNvSpPr/>
          <p:nvPr/>
        </p:nvSpPr>
        <p:spPr>
          <a:xfrm>
            <a:off x="8891100" y="2392138"/>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3" name="Google Shape;233;p30"/>
          <p:cNvSpPr/>
          <p:nvPr/>
        </p:nvSpPr>
        <p:spPr>
          <a:xfrm>
            <a:off x="8891100" y="2501063"/>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4" name="Google Shape;234;p30"/>
          <p:cNvSpPr/>
          <p:nvPr/>
        </p:nvSpPr>
        <p:spPr>
          <a:xfrm>
            <a:off x="-4353375" y="-4359625"/>
            <a:ext cx="8713800" cy="8713800"/>
          </a:xfrm>
          <a:prstGeom prst="pie">
            <a:avLst>
              <a:gd fmla="val 2137" name="adj1"/>
              <a:gd fmla="val 5410266" name="adj2"/>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5" name="Google Shape;235;p30"/>
          <p:cNvSpPr/>
          <p:nvPr/>
        </p:nvSpPr>
        <p:spPr>
          <a:xfrm>
            <a:off x="7661425" y="1330972"/>
            <a:ext cx="406500" cy="406500"/>
          </a:xfrm>
          <a:prstGeom prst="ellipse">
            <a:avLst/>
          </a:prstGeom>
          <a:gradFill>
            <a:gsLst>
              <a:gs pos="0">
                <a:schemeClr val="dk1"/>
              </a:gs>
              <a:gs pos="31000">
                <a:schemeClr val="dk1"/>
              </a:gs>
              <a:gs pos="100000">
                <a:schemeClr val="accent4"/>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6" name="Google Shape;236;p30"/>
          <p:cNvSpPr txBox="1"/>
          <p:nvPr>
            <p:ph idx="1" type="subTitle"/>
          </p:nvPr>
        </p:nvSpPr>
        <p:spPr>
          <a:xfrm>
            <a:off x="228600"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37" name="Google Shape;237;p30"/>
          <p:cNvSpPr/>
          <p:nvPr/>
        </p:nvSpPr>
        <p:spPr>
          <a:xfrm>
            <a:off x="5772475" y="912625"/>
            <a:ext cx="1243200" cy="1243200"/>
          </a:xfrm>
          <a:prstGeom prst="ellipse">
            <a:avLst/>
          </a:prstGeom>
          <a:gradFill>
            <a:gsLst>
              <a:gs pos="0">
                <a:schemeClr val="dk1"/>
              </a:gs>
              <a:gs pos="28000">
                <a:schemeClr val="dk1"/>
              </a:gs>
              <a:gs pos="100000">
                <a:schemeClr val="dk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38" name="Google Shape;238;p30"/>
          <p:cNvSpPr txBox="1"/>
          <p:nvPr>
            <p:ph idx="2" type="subTitle"/>
          </p:nvPr>
        </p:nvSpPr>
        <p:spPr>
          <a:xfrm>
            <a:off x="541125"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39" name="Google Shape;239;p30"/>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0" name="Google Shape;240;p30"/>
          <p:cNvSpPr txBox="1"/>
          <p:nvPr>
            <p:ph idx="3" type="subTitle"/>
          </p:nvPr>
        </p:nvSpPr>
        <p:spPr>
          <a:xfrm>
            <a:off x="541125"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1" name="Google Shape;241;p30"/>
          <p:cNvSpPr txBox="1"/>
          <p:nvPr>
            <p:ph idx="4" type="subTitle"/>
          </p:nvPr>
        </p:nvSpPr>
        <p:spPr>
          <a:xfrm>
            <a:off x="228600"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2" name="Google Shape;242;p30"/>
          <p:cNvSpPr txBox="1"/>
          <p:nvPr>
            <p:ph idx="5" type="subTitle"/>
          </p:nvPr>
        </p:nvSpPr>
        <p:spPr>
          <a:xfrm>
            <a:off x="3914650" y="2779925"/>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3" name="Google Shape;243;p30"/>
          <p:cNvSpPr txBox="1"/>
          <p:nvPr>
            <p:ph idx="6" type="subTitle"/>
          </p:nvPr>
        </p:nvSpPr>
        <p:spPr>
          <a:xfrm>
            <a:off x="3914650" y="3001750"/>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4" name="Google Shape;244;p30"/>
          <p:cNvSpPr txBox="1"/>
          <p:nvPr>
            <p:ph idx="7" type="subTitle"/>
          </p:nvPr>
        </p:nvSpPr>
        <p:spPr>
          <a:xfrm>
            <a:off x="3602125" y="2767150"/>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5" name="Google Shape;245;p30"/>
          <p:cNvSpPr txBox="1"/>
          <p:nvPr>
            <p:ph idx="8" type="subTitle"/>
          </p:nvPr>
        </p:nvSpPr>
        <p:spPr>
          <a:xfrm>
            <a:off x="541125"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6" name="Google Shape;246;p30"/>
          <p:cNvSpPr txBox="1"/>
          <p:nvPr>
            <p:ph idx="9" type="subTitle"/>
          </p:nvPr>
        </p:nvSpPr>
        <p:spPr>
          <a:xfrm>
            <a:off x="541125"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47" name="Google Shape;247;p30"/>
          <p:cNvSpPr txBox="1"/>
          <p:nvPr>
            <p:ph idx="13" type="subTitle"/>
          </p:nvPr>
        </p:nvSpPr>
        <p:spPr>
          <a:xfrm>
            <a:off x="228600"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48" name="Google Shape;248;p30"/>
          <p:cNvSpPr txBox="1"/>
          <p:nvPr>
            <p:ph idx="14" type="subTitle"/>
          </p:nvPr>
        </p:nvSpPr>
        <p:spPr>
          <a:xfrm>
            <a:off x="3914650" y="45045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49" name="Google Shape;249;p30"/>
          <p:cNvSpPr txBox="1"/>
          <p:nvPr>
            <p:ph idx="15" type="subTitle"/>
          </p:nvPr>
        </p:nvSpPr>
        <p:spPr>
          <a:xfrm>
            <a:off x="3914650" y="47263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0" name="Google Shape;250;p30"/>
          <p:cNvSpPr txBox="1"/>
          <p:nvPr>
            <p:ph idx="16" type="subTitle"/>
          </p:nvPr>
        </p:nvSpPr>
        <p:spPr>
          <a:xfrm>
            <a:off x="3602125" y="36294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1" name="Google Shape;251;p30"/>
          <p:cNvSpPr txBox="1"/>
          <p:nvPr>
            <p:ph idx="17" type="subTitle"/>
          </p:nvPr>
        </p:nvSpPr>
        <p:spPr>
          <a:xfrm>
            <a:off x="3602125" y="4491763"/>
            <a:ext cx="256800" cy="1107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000"/>
              <a:buFont typeface="Space Grotesk"/>
              <a:buNone/>
              <a:defRPr sz="1000">
                <a:solidFill>
                  <a:schemeClr val="accent2"/>
                </a:solidFill>
              </a:defRPr>
            </a:lvl1pPr>
            <a:lvl2pPr lvl="1">
              <a:spcBef>
                <a:spcPts val="0"/>
              </a:spcBef>
              <a:spcAft>
                <a:spcPts val="0"/>
              </a:spcAft>
              <a:buClr>
                <a:schemeClr val="accent2"/>
              </a:buClr>
              <a:buSzPts val="1000"/>
              <a:buFont typeface="Space Grotesk"/>
              <a:buNone/>
              <a:defRPr sz="1000">
                <a:solidFill>
                  <a:schemeClr val="accent2"/>
                </a:solidFill>
              </a:defRPr>
            </a:lvl2pPr>
            <a:lvl3pPr lvl="2">
              <a:spcBef>
                <a:spcPts val="0"/>
              </a:spcBef>
              <a:spcAft>
                <a:spcPts val="0"/>
              </a:spcAft>
              <a:buClr>
                <a:schemeClr val="accent2"/>
              </a:buClr>
              <a:buSzPts val="1000"/>
              <a:buFont typeface="Space Grotesk"/>
              <a:buNone/>
              <a:defRPr sz="1000">
                <a:solidFill>
                  <a:schemeClr val="accent2"/>
                </a:solidFill>
              </a:defRPr>
            </a:lvl3pPr>
            <a:lvl4pPr lvl="3">
              <a:spcBef>
                <a:spcPts val="0"/>
              </a:spcBef>
              <a:spcAft>
                <a:spcPts val="0"/>
              </a:spcAft>
              <a:buClr>
                <a:schemeClr val="accent2"/>
              </a:buClr>
              <a:buSzPts val="1000"/>
              <a:buFont typeface="Space Grotesk"/>
              <a:buNone/>
              <a:defRPr sz="1000">
                <a:solidFill>
                  <a:schemeClr val="accent2"/>
                </a:solidFill>
              </a:defRPr>
            </a:lvl4pPr>
            <a:lvl5pPr lvl="4">
              <a:spcBef>
                <a:spcPts val="0"/>
              </a:spcBef>
              <a:spcAft>
                <a:spcPts val="0"/>
              </a:spcAft>
              <a:buClr>
                <a:schemeClr val="accent2"/>
              </a:buClr>
              <a:buSzPts val="1000"/>
              <a:buFont typeface="Space Grotesk"/>
              <a:buNone/>
              <a:defRPr sz="1000">
                <a:solidFill>
                  <a:schemeClr val="accent2"/>
                </a:solidFill>
              </a:defRPr>
            </a:lvl5pPr>
            <a:lvl6pPr lvl="5">
              <a:spcBef>
                <a:spcPts val="0"/>
              </a:spcBef>
              <a:spcAft>
                <a:spcPts val="0"/>
              </a:spcAft>
              <a:buClr>
                <a:schemeClr val="accent2"/>
              </a:buClr>
              <a:buSzPts val="1000"/>
              <a:buFont typeface="Space Grotesk"/>
              <a:buNone/>
              <a:defRPr sz="1000">
                <a:solidFill>
                  <a:schemeClr val="accent2"/>
                </a:solidFill>
              </a:defRPr>
            </a:lvl6pPr>
            <a:lvl7pPr lvl="6">
              <a:spcBef>
                <a:spcPts val="0"/>
              </a:spcBef>
              <a:spcAft>
                <a:spcPts val="0"/>
              </a:spcAft>
              <a:buClr>
                <a:schemeClr val="accent2"/>
              </a:buClr>
              <a:buSzPts val="1000"/>
              <a:buFont typeface="Space Grotesk"/>
              <a:buNone/>
              <a:defRPr sz="1000">
                <a:solidFill>
                  <a:schemeClr val="accent2"/>
                </a:solidFill>
              </a:defRPr>
            </a:lvl7pPr>
            <a:lvl8pPr lvl="7">
              <a:spcBef>
                <a:spcPts val="0"/>
              </a:spcBef>
              <a:spcAft>
                <a:spcPts val="0"/>
              </a:spcAft>
              <a:buClr>
                <a:schemeClr val="accent2"/>
              </a:buClr>
              <a:buSzPts val="1000"/>
              <a:buFont typeface="Space Grotesk"/>
              <a:buNone/>
              <a:defRPr sz="1000">
                <a:solidFill>
                  <a:schemeClr val="accent2"/>
                </a:solidFill>
              </a:defRPr>
            </a:lvl8pPr>
            <a:lvl9pPr lvl="8">
              <a:spcBef>
                <a:spcPts val="0"/>
              </a:spcBef>
              <a:spcAft>
                <a:spcPts val="0"/>
              </a:spcAft>
              <a:buClr>
                <a:schemeClr val="accent2"/>
              </a:buClr>
              <a:buSzPts val="1000"/>
              <a:buFont typeface="Space Grotesk"/>
              <a:buNone/>
              <a:defRPr sz="1000">
                <a:solidFill>
                  <a:schemeClr val="accent2"/>
                </a:solidFill>
              </a:defRPr>
            </a:lvl9pPr>
          </a:lstStyle>
          <a:p/>
        </p:txBody>
      </p:sp>
      <p:sp>
        <p:nvSpPr>
          <p:cNvPr id="252" name="Google Shape;252;p30"/>
          <p:cNvSpPr txBox="1"/>
          <p:nvPr>
            <p:ph idx="18" type="subTitle"/>
          </p:nvPr>
        </p:nvSpPr>
        <p:spPr>
          <a:xfrm>
            <a:off x="541125"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3" name="Google Shape;253;p30"/>
          <p:cNvSpPr txBox="1"/>
          <p:nvPr>
            <p:ph idx="19" type="subTitle"/>
          </p:nvPr>
        </p:nvSpPr>
        <p:spPr>
          <a:xfrm>
            <a:off x="541125"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
        <p:nvSpPr>
          <p:cNvPr id="254" name="Google Shape;254;p30"/>
          <p:cNvSpPr txBox="1"/>
          <p:nvPr>
            <p:ph idx="20" type="subTitle"/>
          </p:nvPr>
        </p:nvSpPr>
        <p:spPr>
          <a:xfrm>
            <a:off x="3914650" y="3642238"/>
            <a:ext cx="2818200" cy="138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Space Grotesk"/>
              <a:buNone/>
              <a:defRPr sz="1000"/>
            </a:lvl1pPr>
            <a:lvl2pPr lvl="1">
              <a:spcBef>
                <a:spcPts val="0"/>
              </a:spcBef>
              <a:spcAft>
                <a:spcPts val="0"/>
              </a:spcAft>
              <a:buClr>
                <a:schemeClr val="lt1"/>
              </a:buClr>
              <a:buSzPts val="1000"/>
              <a:buFont typeface="Space Grotesk"/>
              <a:buNone/>
              <a:defRPr sz="1000"/>
            </a:lvl2pPr>
            <a:lvl3pPr lvl="2">
              <a:spcBef>
                <a:spcPts val="0"/>
              </a:spcBef>
              <a:spcAft>
                <a:spcPts val="0"/>
              </a:spcAft>
              <a:buClr>
                <a:schemeClr val="lt1"/>
              </a:buClr>
              <a:buSzPts val="1000"/>
              <a:buFont typeface="Space Grotesk"/>
              <a:buNone/>
              <a:defRPr sz="1000"/>
            </a:lvl3pPr>
            <a:lvl4pPr lvl="3">
              <a:spcBef>
                <a:spcPts val="0"/>
              </a:spcBef>
              <a:spcAft>
                <a:spcPts val="0"/>
              </a:spcAft>
              <a:buClr>
                <a:schemeClr val="lt1"/>
              </a:buClr>
              <a:buSzPts val="1000"/>
              <a:buFont typeface="Space Grotesk"/>
              <a:buNone/>
              <a:defRPr sz="1000"/>
            </a:lvl4pPr>
            <a:lvl5pPr lvl="4">
              <a:spcBef>
                <a:spcPts val="0"/>
              </a:spcBef>
              <a:spcAft>
                <a:spcPts val="0"/>
              </a:spcAft>
              <a:buClr>
                <a:schemeClr val="lt1"/>
              </a:buClr>
              <a:buSzPts val="1000"/>
              <a:buFont typeface="Space Grotesk"/>
              <a:buNone/>
              <a:defRPr sz="1000"/>
            </a:lvl5pPr>
            <a:lvl6pPr lvl="5">
              <a:spcBef>
                <a:spcPts val="0"/>
              </a:spcBef>
              <a:spcAft>
                <a:spcPts val="0"/>
              </a:spcAft>
              <a:buClr>
                <a:schemeClr val="lt1"/>
              </a:buClr>
              <a:buSzPts val="1000"/>
              <a:buFont typeface="Space Grotesk"/>
              <a:buNone/>
              <a:defRPr sz="1000"/>
            </a:lvl6pPr>
            <a:lvl7pPr lvl="6">
              <a:spcBef>
                <a:spcPts val="0"/>
              </a:spcBef>
              <a:spcAft>
                <a:spcPts val="0"/>
              </a:spcAft>
              <a:buClr>
                <a:schemeClr val="lt1"/>
              </a:buClr>
              <a:buSzPts val="1000"/>
              <a:buFont typeface="Space Grotesk"/>
              <a:buNone/>
              <a:defRPr sz="1000"/>
            </a:lvl7pPr>
            <a:lvl8pPr lvl="7">
              <a:spcBef>
                <a:spcPts val="0"/>
              </a:spcBef>
              <a:spcAft>
                <a:spcPts val="0"/>
              </a:spcAft>
              <a:buClr>
                <a:schemeClr val="lt1"/>
              </a:buClr>
              <a:buSzPts val="1000"/>
              <a:buFont typeface="Space Grotesk"/>
              <a:buNone/>
              <a:defRPr sz="1000"/>
            </a:lvl8pPr>
            <a:lvl9pPr lvl="8">
              <a:spcBef>
                <a:spcPts val="0"/>
              </a:spcBef>
              <a:spcAft>
                <a:spcPts val="0"/>
              </a:spcAft>
              <a:buClr>
                <a:schemeClr val="lt1"/>
              </a:buClr>
              <a:buSzPts val="1000"/>
              <a:buFont typeface="Space Grotesk"/>
              <a:buNone/>
              <a:defRPr sz="1000"/>
            </a:lvl9pPr>
          </a:lstStyle>
          <a:p/>
        </p:txBody>
      </p:sp>
      <p:sp>
        <p:nvSpPr>
          <p:cNvPr id="255" name="Google Shape;255;p30"/>
          <p:cNvSpPr txBox="1"/>
          <p:nvPr>
            <p:ph idx="21" type="subTitle"/>
          </p:nvPr>
        </p:nvSpPr>
        <p:spPr>
          <a:xfrm>
            <a:off x="3914650" y="3864063"/>
            <a:ext cx="2818200" cy="1107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1pPr>
            <a:lvl2pPr lvl="1">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2pPr>
            <a:lvl3pPr lvl="2">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3pPr>
            <a:lvl4pPr lvl="3">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4pPr>
            <a:lvl5pPr lvl="4">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5pPr>
            <a:lvl6pPr lvl="5">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6pPr>
            <a:lvl7pPr lvl="6">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7pPr>
            <a:lvl8pPr lvl="7">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8pPr>
            <a:lvl9pPr lvl="8">
              <a:spcBef>
                <a:spcPts val="0"/>
              </a:spcBef>
              <a:spcAft>
                <a:spcPts val="0"/>
              </a:spcAft>
              <a:buClr>
                <a:schemeClr val="accent2"/>
              </a:buClr>
              <a:buSzPts val="1000"/>
              <a:buFont typeface="Roboto"/>
              <a:buNone/>
              <a:defRPr sz="1000">
                <a:solidFill>
                  <a:schemeClr val="accent2"/>
                </a:solidFill>
                <a:latin typeface="Roboto"/>
                <a:ea typeface="Roboto"/>
                <a:cs typeface="Roboto"/>
                <a:sym typeface="Robot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gradFill>
          <a:gsLst>
            <a:gs pos="0">
              <a:schemeClr val="accent4"/>
            </a:gs>
            <a:gs pos="100000">
              <a:schemeClr val="dk1"/>
            </a:gs>
          </a:gsLst>
          <a:path path="circle">
            <a:fillToRect b="50%" l="50%" r="50%" t="50%"/>
          </a:path>
          <a:tileRect/>
        </a:gradFill>
      </p:bgPr>
    </p:bg>
    <p:spTree>
      <p:nvGrpSpPr>
        <p:cNvPr id="256" name="Shape 256"/>
        <p:cNvGrpSpPr/>
        <p:nvPr/>
      </p:nvGrpSpPr>
      <p:grpSpPr>
        <a:xfrm>
          <a:off x="0" y="0"/>
          <a:ext cx="0" cy="0"/>
          <a:chOff x="0" y="0"/>
          <a:chExt cx="0" cy="0"/>
        </a:xfrm>
      </p:grpSpPr>
      <p:sp>
        <p:nvSpPr>
          <p:cNvPr id="257" name="Google Shape;257;p31"/>
          <p:cNvSpPr/>
          <p:nvPr/>
        </p:nvSpPr>
        <p:spPr>
          <a:xfrm>
            <a:off x="-2956425" y="-4767225"/>
            <a:ext cx="9144000" cy="9144000"/>
          </a:xfrm>
          <a:prstGeom prst="ellipse">
            <a:avLst/>
          </a:prstGeom>
          <a:gradFill>
            <a:gsLst>
              <a:gs pos="0">
                <a:schemeClr val="accent4"/>
              </a:gs>
              <a:gs pos="100000">
                <a:schemeClr val="dk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8" name="Google Shape;258;p31"/>
          <p:cNvSpPr txBox="1"/>
          <p:nvPr>
            <p:ph type="title"/>
          </p:nvPr>
        </p:nvSpPr>
        <p:spPr>
          <a:xfrm>
            <a:off x="212450" y="177900"/>
            <a:ext cx="38268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9" name="Google Shape;259;p31"/>
          <p:cNvSpPr/>
          <p:nvPr>
            <p:ph idx="2" type="pic"/>
          </p:nvPr>
        </p:nvSpPr>
        <p:spPr>
          <a:xfrm>
            <a:off x="4618525" y="0"/>
            <a:ext cx="4296600" cy="4912200"/>
          </a:xfrm>
          <a:prstGeom prst="rect">
            <a:avLst/>
          </a:prstGeom>
          <a:noFill/>
          <a:ln>
            <a:noFill/>
          </a:ln>
        </p:spPr>
      </p:sp>
      <p:sp>
        <p:nvSpPr>
          <p:cNvPr id="260" name="Google Shape;260;p31"/>
          <p:cNvSpPr txBox="1"/>
          <p:nvPr>
            <p:ph idx="1" type="body"/>
          </p:nvPr>
        </p:nvSpPr>
        <p:spPr>
          <a:xfrm>
            <a:off x="228600" y="1177425"/>
            <a:ext cx="3321300" cy="22080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61" name="Google Shape;261;p31"/>
          <p:cNvSpPr/>
          <p:nvPr/>
        </p:nvSpPr>
        <p:spPr>
          <a:xfrm rot="-5400000">
            <a:off x="893689" y="4222811"/>
            <a:ext cx="24300" cy="13545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2" name="Google Shape;262;p31"/>
          <p:cNvSpPr/>
          <p:nvPr/>
        </p:nvSpPr>
        <p:spPr>
          <a:xfrm flipH="1" rot="5400000">
            <a:off x="3585611" y="4527761"/>
            <a:ext cx="24300" cy="744600"/>
          </a:xfrm>
          <a:prstGeom prst="rect">
            <a:avLst/>
          </a:prstGeom>
          <a:gradFill>
            <a:gsLst>
              <a:gs pos="0">
                <a:schemeClr val="accent2"/>
              </a:gs>
              <a:gs pos="100000">
                <a:schemeClr val="dk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3" name="Google Shape;263;p31"/>
          <p:cNvSpPr/>
          <p:nvPr/>
        </p:nvSpPr>
        <p:spPr>
          <a:xfrm rot="-5400000">
            <a:off x="2283189"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4" name="Google Shape;264;p31"/>
          <p:cNvSpPr/>
          <p:nvPr/>
        </p:nvSpPr>
        <p:spPr>
          <a:xfrm rot="-5400000">
            <a:off x="2501051" y="4887911"/>
            <a:ext cx="24300" cy="24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and CTA">
  <p:cSld name="CUSTOM_4">
    <p:bg>
      <p:bgPr>
        <a:gradFill>
          <a:gsLst>
            <a:gs pos="0">
              <a:schemeClr val="accent4"/>
            </a:gs>
            <a:gs pos="100000">
              <a:schemeClr val="dk1"/>
            </a:gs>
          </a:gsLst>
          <a:lin ang="5400012" scaled="0"/>
        </a:gradFill>
      </p:bgPr>
    </p:bg>
    <p:spTree>
      <p:nvGrpSpPr>
        <p:cNvPr id="265" name="Shape 265"/>
        <p:cNvGrpSpPr/>
        <p:nvPr/>
      </p:nvGrpSpPr>
      <p:grpSpPr>
        <a:xfrm>
          <a:off x="0" y="0"/>
          <a:ext cx="0" cy="0"/>
          <a:chOff x="0" y="0"/>
          <a:chExt cx="0" cy="0"/>
        </a:xfrm>
      </p:grpSpPr>
      <p:sp>
        <p:nvSpPr>
          <p:cNvPr id="266" name="Google Shape;266;p32"/>
          <p:cNvSpPr txBox="1"/>
          <p:nvPr>
            <p:ph idx="1" type="body"/>
          </p:nvPr>
        </p:nvSpPr>
        <p:spPr>
          <a:xfrm>
            <a:off x="230900" y="2443800"/>
            <a:ext cx="1458300" cy="355200"/>
          </a:xfrm>
          <a:prstGeom prst="rect">
            <a:avLst/>
          </a:prstGeom>
          <a:noFill/>
        </p:spPr>
        <p:txBody>
          <a:bodyPr anchorCtr="0" anchor="ctr" bIns="91425" lIns="91425" spcFirstLastPara="1" rIns="91425" wrap="square" tIns="91425">
            <a:noAutofit/>
          </a:bodyPr>
          <a:lstStyle>
            <a:lvl1pPr indent="-228600" lvl="0" marL="457200" algn="ctr">
              <a:spcBef>
                <a:spcPts val="0"/>
              </a:spcBef>
              <a:spcAft>
                <a:spcPts val="0"/>
              </a:spcAft>
              <a:buNone/>
              <a:defRPr>
                <a:latin typeface="Space Grotesk"/>
                <a:ea typeface="Space Grotesk"/>
                <a:cs typeface="Space Grotesk"/>
                <a:sym typeface="Space Grotesk"/>
              </a:defRPr>
            </a:lvl1pPr>
            <a:lvl2pPr indent="-292100" lvl="1" marL="914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2pPr>
            <a:lvl3pPr indent="-292100" lvl="2" marL="1371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3pPr>
            <a:lvl4pPr indent="-292100" lvl="3" marL="1828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4pPr>
            <a:lvl5pPr indent="-292100" lvl="4" marL="22860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5pPr>
            <a:lvl6pPr indent="-292100" lvl="5" marL="27432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6pPr>
            <a:lvl7pPr indent="-292100" lvl="6" marL="32004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7pPr>
            <a:lvl8pPr indent="-292100" lvl="7" marL="36576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8pPr>
            <a:lvl9pPr indent="-292100" lvl="8" marL="4114800">
              <a:spcBef>
                <a:spcPts val="0"/>
              </a:spcBef>
              <a:spcAft>
                <a:spcPts val="0"/>
              </a:spcAft>
              <a:buClr>
                <a:schemeClr val="lt1"/>
              </a:buClr>
              <a:buSzPts val="1000"/>
              <a:buFont typeface="Space Grotesk"/>
              <a:buChar char="■"/>
              <a:defRPr>
                <a:latin typeface="Space Grotesk"/>
                <a:ea typeface="Space Grotesk"/>
                <a:cs typeface="Space Grotesk"/>
                <a:sym typeface="Space Grotesk"/>
              </a:defRPr>
            </a:lvl9pPr>
          </a:lstStyle>
          <a:p/>
        </p:txBody>
      </p:sp>
      <p:sp>
        <p:nvSpPr>
          <p:cNvPr id="267" name="Google Shape;267;p32"/>
          <p:cNvSpPr/>
          <p:nvPr>
            <p:ph idx="2" type="pic"/>
          </p:nvPr>
        </p:nvSpPr>
        <p:spPr>
          <a:xfrm>
            <a:off x="5303800" y="881700"/>
            <a:ext cx="3611400" cy="4271400"/>
          </a:xfrm>
          <a:prstGeom prst="rect">
            <a:avLst/>
          </a:prstGeom>
          <a:noFill/>
          <a:ln>
            <a:noFill/>
          </a:ln>
        </p:spPr>
      </p:sp>
      <p:sp>
        <p:nvSpPr>
          <p:cNvPr id="268" name="Google Shape;268;p32"/>
          <p:cNvSpPr txBox="1"/>
          <p:nvPr>
            <p:ph hasCustomPrompt="1" type="title"/>
          </p:nvPr>
        </p:nvSpPr>
        <p:spPr>
          <a:xfrm>
            <a:off x="141051" y="271577"/>
            <a:ext cx="1226400" cy="4155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6"/>
              </a:buClr>
              <a:buSzPts val="3000"/>
              <a:buFont typeface="Space Grotesk"/>
              <a:buNone/>
              <a:defRPr sz="3000">
                <a:solidFill>
                  <a:schemeClr val="accent6"/>
                </a:solidFill>
              </a:defRPr>
            </a:lvl1pPr>
            <a:lvl2pPr lvl="1">
              <a:spcBef>
                <a:spcPts val="0"/>
              </a:spcBef>
              <a:spcAft>
                <a:spcPts val="0"/>
              </a:spcAft>
              <a:buClr>
                <a:schemeClr val="accent6"/>
              </a:buClr>
              <a:buSzPts val="3000"/>
              <a:buFont typeface="Space Grotesk"/>
              <a:buNone/>
              <a:defRPr sz="3000">
                <a:solidFill>
                  <a:schemeClr val="accent6"/>
                </a:solidFill>
              </a:defRPr>
            </a:lvl2pPr>
            <a:lvl3pPr lvl="2">
              <a:spcBef>
                <a:spcPts val="0"/>
              </a:spcBef>
              <a:spcAft>
                <a:spcPts val="0"/>
              </a:spcAft>
              <a:buClr>
                <a:schemeClr val="accent6"/>
              </a:buClr>
              <a:buSzPts val="3000"/>
              <a:buFont typeface="Space Grotesk"/>
              <a:buNone/>
              <a:defRPr sz="3000">
                <a:solidFill>
                  <a:schemeClr val="accent6"/>
                </a:solidFill>
              </a:defRPr>
            </a:lvl3pPr>
            <a:lvl4pPr lvl="3">
              <a:spcBef>
                <a:spcPts val="0"/>
              </a:spcBef>
              <a:spcAft>
                <a:spcPts val="0"/>
              </a:spcAft>
              <a:buClr>
                <a:schemeClr val="accent6"/>
              </a:buClr>
              <a:buSzPts val="3000"/>
              <a:buFont typeface="Space Grotesk"/>
              <a:buNone/>
              <a:defRPr sz="3000">
                <a:solidFill>
                  <a:schemeClr val="accent6"/>
                </a:solidFill>
              </a:defRPr>
            </a:lvl4pPr>
            <a:lvl5pPr lvl="4">
              <a:spcBef>
                <a:spcPts val="0"/>
              </a:spcBef>
              <a:spcAft>
                <a:spcPts val="0"/>
              </a:spcAft>
              <a:buClr>
                <a:schemeClr val="accent6"/>
              </a:buClr>
              <a:buSzPts val="3000"/>
              <a:buFont typeface="Space Grotesk"/>
              <a:buNone/>
              <a:defRPr sz="3000">
                <a:solidFill>
                  <a:schemeClr val="accent6"/>
                </a:solidFill>
              </a:defRPr>
            </a:lvl5pPr>
            <a:lvl6pPr lvl="5">
              <a:spcBef>
                <a:spcPts val="0"/>
              </a:spcBef>
              <a:spcAft>
                <a:spcPts val="0"/>
              </a:spcAft>
              <a:buClr>
                <a:schemeClr val="accent6"/>
              </a:buClr>
              <a:buSzPts val="3000"/>
              <a:buFont typeface="Space Grotesk"/>
              <a:buNone/>
              <a:defRPr sz="3000">
                <a:solidFill>
                  <a:schemeClr val="accent6"/>
                </a:solidFill>
              </a:defRPr>
            </a:lvl6pPr>
            <a:lvl7pPr lvl="6">
              <a:spcBef>
                <a:spcPts val="0"/>
              </a:spcBef>
              <a:spcAft>
                <a:spcPts val="0"/>
              </a:spcAft>
              <a:buClr>
                <a:schemeClr val="accent6"/>
              </a:buClr>
              <a:buSzPts val="3000"/>
              <a:buFont typeface="Space Grotesk"/>
              <a:buNone/>
              <a:defRPr sz="3000">
                <a:solidFill>
                  <a:schemeClr val="accent6"/>
                </a:solidFill>
              </a:defRPr>
            </a:lvl7pPr>
            <a:lvl8pPr lvl="7">
              <a:spcBef>
                <a:spcPts val="0"/>
              </a:spcBef>
              <a:spcAft>
                <a:spcPts val="0"/>
              </a:spcAft>
              <a:buClr>
                <a:schemeClr val="accent6"/>
              </a:buClr>
              <a:buSzPts val="3000"/>
              <a:buFont typeface="Space Grotesk"/>
              <a:buNone/>
              <a:defRPr sz="3000">
                <a:solidFill>
                  <a:schemeClr val="accent6"/>
                </a:solidFill>
              </a:defRPr>
            </a:lvl8pPr>
            <a:lvl9pPr lvl="8">
              <a:spcBef>
                <a:spcPts val="0"/>
              </a:spcBef>
              <a:spcAft>
                <a:spcPts val="0"/>
              </a:spcAft>
              <a:buClr>
                <a:schemeClr val="accent6"/>
              </a:buClr>
              <a:buSzPts val="3000"/>
              <a:buFont typeface="Space Grotesk"/>
              <a:buNone/>
              <a:defRPr sz="3000">
                <a:solidFill>
                  <a:schemeClr val="accent6"/>
                </a:solidFill>
              </a:defRPr>
            </a:lvl9pPr>
          </a:lstStyle>
          <a:p>
            <a:r>
              <a:t>xx%</a:t>
            </a:r>
          </a:p>
        </p:txBody>
      </p:sp>
      <p:sp>
        <p:nvSpPr>
          <p:cNvPr id="269" name="Google Shape;269;p32"/>
          <p:cNvSpPr txBox="1"/>
          <p:nvPr>
            <p:ph idx="3" type="title"/>
          </p:nvPr>
        </p:nvSpPr>
        <p:spPr>
          <a:xfrm>
            <a:off x="228600" y="881625"/>
            <a:ext cx="5565300" cy="2772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800"/>
              <a:buFont typeface="Space Grotesk"/>
              <a:buNone/>
              <a:defRPr sz="1800">
                <a:solidFill>
                  <a:schemeClr val="lt2"/>
                </a:solidFill>
              </a:defRPr>
            </a:lvl1pPr>
            <a:lvl2pPr lvl="1">
              <a:spcBef>
                <a:spcPts val="0"/>
              </a:spcBef>
              <a:spcAft>
                <a:spcPts val="0"/>
              </a:spcAft>
              <a:buClr>
                <a:schemeClr val="lt2"/>
              </a:buClr>
              <a:buSzPts val="1800"/>
              <a:buFont typeface="Space Grotesk"/>
              <a:buNone/>
              <a:defRPr sz="1800">
                <a:solidFill>
                  <a:schemeClr val="lt2"/>
                </a:solidFill>
              </a:defRPr>
            </a:lvl2pPr>
            <a:lvl3pPr lvl="2">
              <a:spcBef>
                <a:spcPts val="0"/>
              </a:spcBef>
              <a:spcAft>
                <a:spcPts val="0"/>
              </a:spcAft>
              <a:buClr>
                <a:schemeClr val="lt2"/>
              </a:buClr>
              <a:buSzPts val="1800"/>
              <a:buFont typeface="Space Grotesk"/>
              <a:buNone/>
              <a:defRPr sz="1800">
                <a:solidFill>
                  <a:schemeClr val="lt2"/>
                </a:solidFill>
              </a:defRPr>
            </a:lvl3pPr>
            <a:lvl4pPr lvl="3">
              <a:spcBef>
                <a:spcPts val="0"/>
              </a:spcBef>
              <a:spcAft>
                <a:spcPts val="0"/>
              </a:spcAft>
              <a:buClr>
                <a:schemeClr val="lt2"/>
              </a:buClr>
              <a:buSzPts val="1800"/>
              <a:buFont typeface="Space Grotesk"/>
              <a:buNone/>
              <a:defRPr sz="1800">
                <a:solidFill>
                  <a:schemeClr val="lt2"/>
                </a:solidFill>
              </a:defRPr>
            </a:lvl4pPr>
            <a:lvl5pPr lvl="4">
              <a:spcBef>
                <a:spcPts val="0"/>
              </a:spcBef>
              <a:spcAft>
                <a:spcPts val="0"/>
              </a:spcAft>
              <a:buClr>
                <a:schemeClr val="lt2"/>
              </a:buClr>
              <a:buSzPts val="1800"/>
              <a:buFont typeface="Space Grotesk"/>
              <a:buNone/>
              <a:defRPr sz="1800">
                <a:solidFill>
                  <a:schemeClr val="lt2"/>
                </a:solidFill>
              </a:defRPr>
            </a:lvl5pPr>
            <a:lvl6pPr lvl="5">
              <a:spcBef>
                <a:spcPts val="0"/>
              </a:spcBef>
              <a:spcAft>
                <a:spcPts val="0"/>
              </a:spcAft>
              <a:buClr>
                <a:schemeClr val="lt2"/>
              </a:buClr>
              <a:buSzPts val="1800"/>
              <a:buFont typeface="Space Grotesk"/>
              <a:buNone/>
              <a:defRPr sz="1800">
                <a:solidFill>
                  <a:schemeClr val="lt2"/>
                </a:solidFill>
              </a:defRPr>
            </a:lvl6pPr>
            <a:lvl7pPr lvl="6">
              <a:spcBef>
                <a:spcPts val="0"/>
              </a:spcBef>
              <a:spcAft>
                <a:spcPts val="0"/>
              </a:spcAft>
              <a:buClr>
                <a:schemeClr val="lt2"/>
              </a:buClr>
              <a:buSzPts val="1800"/>
              <a:buFont typeface="Space Grotesk"/>
              <a:buNone/>
              <a:defRPr sz="1800">
                <a:solidFill>
                  <a:schemeClr val="lt2"/>
                </a:solidFill>
              </a:defRPr>
            </a:lvl7pPr>
            <a:lvl8pPr lvl="7">
              <a:spcBef>
                <a:spcPts val="0"/>
              </a:spcBef>
              <a:spcAft>
                <a:spcPts val="0"/>
              </a:spcAft>
              <a:buClr>
                <a:schemeClr val="lt2"/>
              </a:buClr>
              <a:buSzPts val="1800"/>
              <a:buFont typeface="Space Grotesk"/>
              <a:buNone/>
              <a:defRPr sz="1800">
                <a:solidFill>
                  <a:schemeClr val="lt2"/>
                </a:solidFill>
              </a:defRPr>
            </a:lvl8pPr>
            <a:lvl9pPr lvl="8">
              <a:spcBef>
                <a:spcPts val="0"/>
              </a:spcBef>
              <a:spcAft>
                <a:spcPts val="0"/>
              </a:spcAft>
              <a:buClr>
                <a:schemeClr val="lt2"/>
              </a:buClr>
              <a:buSzPts val="1800"/>
              <a:buFont typeface="Space Grotesk"/>
              <a:buNone/>
              <a:defRPr sz="1800">
                <a:solidFill>
                  <a:schemeClr val="lt2"/>
                </a:solidFill>
              </a:defRPr>
            </a:lvl9pPr>
          </a:lstStyle>
          <a:p/>
        </p:txBody>
      </p:sp>
      <p:sp>
        <p:nvSpPr>
          <p:cNvPr id="270" name="Google Shape;270;p32"/>
          <p:cNvSpPr txBox="1"/>
          <p:nvPr>
            <p:ph idx="4" type="subTitle"/>
          </p:nvPr>
        </p:nvSpPr>
        <p:spPr>
          <a:xfrm>
            <a:off x="230900" y="1660325"/>
            <a:ext cx="4404300" cy="366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Roboto"/>
              <a:buNone/>
              <a:defRPr sz="1000">
                <a:latin typeface="Roboto"/>
                <a:ea typeface="Roboto"/>
                <a:cs typeface="Roboto"/>
                <a:sym typeface="Roboto"/>
              </a:defRPr>
            </a:lvl1pPr>
            <a:lvl2pPr lvl="1">
              <a:spcBef>
                <a:spcPts val="0"/>
              </a:spcBef>
              <a:spcAft>
                <a:spcPts val="0"/>
              </a:spcAft>
              <a:buClr>
                <a:schemeClr val="lt1"/>
              </a:buClr>
              <a:buSzPts val="1000"/>
              <a:buFont typeface="Roboto"/>
              <a:buNone/>
              <a:defRPr sz="1000">
                <a:latin typeface="Roboto"/>
                <a:ea typeface="Roboto"/>
                <a:cs typeface="Roboto"/>
                <a:sym typeface="Roboto"/>
              </a:defRPr>
            </a:lvl2pPr>
            <a:lvl3pPr lvl="2">
              <a:spcBef>
                <a:spcPts val="0"/>
              </a:spcBef>
              <a:spcAft>
                <a:spcPts val="0"/>
              </a:spcAft>
              <a:buClr>
                <a:schemeClr val="lt1"/>
              </a:buClr>
              <a:buSzPts val="1000"/>
              <a:buFont typeface="Roboto"/>
              <a:buNone/>
              <a:defRPr sz="1000">
                <a:latin typeface="Roboto"/>
                <a:ea typeface="Roboto"/>
                <a:cs typeface="Roboto"/>
                <a:sym typeface="Roboto"/>
              </a:defRPr>
            </a:lvl3pPr>
            <a:lvl4pPr lvl="3">
              <a:spcBef>
                <a:spcPts val="0"/>
              </a:spcBef>
              <a:spcAft>
                <a:spcPts val="0"/>
              </a:spcAft>
              <a:buClr>
                <a:schemeClr val="lt1"/>
              </a:buClr>
              <a:buSzPts val="1000"/>
              <a:buFont typeface="Roboto"/>
              <a:buNone/>
              <a:defRPr sz="1000">
                <a:latin typeface="Roboto"/>
                <a:ea typeface="Roboto"/>
                <a:cs typeface="Roboto"/>
                <a:sym typeface="Roboto"/>
              </a:defRPr>
            </a:lvl4pPr>
            <a:lvl5pPr lvl="4">
              <a:spcBef>
                <a:spcPts val="0"/>
              </a:spcBef>
              <a:spcAft>
                <a:spcPts val="0"/>
              </a:spcAft>
              <a:buClr>
                <a:schemeClr val="lt1"/>
              </a:buClr>
              <a:buSzPts val="1000"/>
              <a:buFont typeface="Roboto"/>
              <a:buNone/>
              <a:defRPr sz="1000">
                <a:latin typeface="Roboto"/>
                <a:ea typeface="Roboto"/>
                <a:cs typeface="Roboto"/>
                <a:sym typeface="Roboto"/>
              </a:defRPr>
            </a:lvl5pPr>
            <a:lvl6pPr lvl="5">
              <a:spcBef>
                <a:spcPts val="0"/>
              </a:spcBef>
              <a:spcAft>
                <a:spcPts val="0"/>
              </a:spcAft>
              <a:buClr>
                <a:schemeClr val="lt1"/>
              </a:buClr>
              <a:buSzPts val="1000"/>
              <a:buFont typeface="Roboto"/>
              <a:buNone/>
              <a:defRPr sz="1000">
                <a:latin typeface="Roboto"/>
                <a:ea typeface="Roboto"/>
                <a:cs typeface="Roboto"/>
                <a:sym typeface="Roboto"/>
              </a:defRPr>
            </a:lvl6pPr>
            <a:lvl7pPr lvl="6">
              <a:spcBef>
                <a:spcPts val="0"/>
              </a:spcBef>
              <a:spcAft>
                <a:spcPts val="0"/>
              </a:spcAft>
              <a:buClr>
                <a:schemeClr val="lt1"/>
              </a:buClr>
              <a:buSzPts val="1000"/>
              <a:buFont typeface="Roboto"/>
              <a:buNone/>
              <a:defRPr sz="1000">
                <a:latin typeface="Roboto"/>
                <a:ea typeface="Roboto"/>
                <a:cs typeface="Roboto"/>
                <a:sym typeface="Roboto"/>
              </a:defRPr>
            </a:lvl7pPr>
            <a:lvl8pPr lvl="7">
              <a:spcBef>
                <a:spcPts val="0"/>
              </a:spcBef>
              <a:spcAft>
                <a:spcPts val="0"/>
              </a:spcAft>
              <a:buClr>
                <a:schemeClr val="lt1"/>
              </a:buClr>
              <a:buSzPts val="1000"/>
              <a:buFont typeface="Roboto"/>
              <a:buNone/>
              <a:defRPr sz="1000">
                <a:latin typeface="Roboto"/>
                <a:ea typeface="Roboto"/>
                <a:cs typeface="Roboto"/>
                <a:sym typeface="Roboto"/>
              </a:defRPr>
            </a:lvl8pPr>
            <a:lvl9pPr lvl="8">
              <a:spcBef>
                <a:spcPts val="0"/>
              </a:spcBef>
              <a:spcAft>
                <a:spcPts val="0"/>
              </a:spcAft>
              <a:buClr>
                <a:schemeClr val="lt1"/>
              </a:buClr>
              <a:buSzPts val="1000"/>
              <a:buFont typeface="Roboto"/>
              <a:buNone/>
              <a:defRPr sz="1000">
                <a:latin typeface="Roboto"/>
                <a:ea typeface="Roboto"/>
                <a:cs typeface="Roboto"/>
                <a:sym typeface="Roboto"/>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gradFill>
          <a:gsLst>
            <a:gs pos="0">
              <a:schemeClr val="accent4"/>
            </a:gs>
            <a:gs pos="100000">
              <a:schemeClr val="dk1"/>
            </a:gs>
          </a:gsLst>
          <a:path path="circle">
            <a:fillToRect b="50%" l="50%" r="50%" t="50%"/>
          </a:path>
          <a:tileRect/>
        </a:gradFill>
      </p:bgPr>
    </p:bg>
    <p:spTree>
      <p:nvGrpSpPr>
        <p:cNvPr id="271" name="Shape 271"/>
        <p:cNvGrpSpPr/>
        <p:nvPr/>
      </p:nvGrpSpPr>
      <p:grpSpPr>
        <a:xfrm>
          <a:off x="0" y="0"/>
          <a:ext cx="0" cy="0"/>
          <a:chOff x="0" y="0"/>
          <a:chExt cx="0" cy="0"/>
        </a:xfrm>
      </p:grpSpPr>
      <p:sp>
        <p:nvSpPr>
          <p:cNvPr id="272" name="Google Shape;272;p33"/>
          <p:cNvSpPr/>
          <p:nvPr>
            <p:ph idx="2" type="pic"/>
          </p:nvPr>
        </p:nvSpPr>
        <p:spPr>
          <a:xfrm>
            <a:off x="228600" y="1510550"/>
            <a:ext cx="2773500" cy="1560300"/>
          </a:xfrm>
          <a:prstGeom prst="rect">
            <a:avLst/>
          </a:prstGeom>
          <a:noFill/>
          <a:ln>
            <a:noFill/>
          </a:ln>
        </p:spPr>
      </p:sp>
      <p:sp>
        <p:nvSpPr>
          <p:cNvPr id="273" name="Google Shape;273;p33"/>
          <p:cNvSpPr/>
          <p:nvPr>
            <p:ph idx="3" type="pic"/>
          </p:nvPr>
        </p:nvSpPr>
        <p:spPr>
          <a:xfrm>
            <a:off x="3185250" y="1510550"/>
            <a:ext cx="2773500" cy="1560300"/>
          </a:xfrm>
          <a:prstGeom prst="rect">
            <a:avLst/>
          </a:prstGeom>
          <a:noFill/>
          <a:ln>
            <a:noFill/>
          </a:ln>
        </p:spPr>
      </p:sp>
      <p:sp>
        <p:nvSpPr>
          <p:cNvPr id="274" name="Google Shape;274;p33"/>
          <p:cNvSpPr/>
          <p:nvPr>
            <p:ph idx="4" type="pic"/>
          </p:nvPr>
        </p:nvSpPr>
        <p:spPr>
          <a:xfrm>
            <a:off x="6141900" y="1510550"/>
            <a:ext cx="2773500" cy="1560300"/>
          </a:xfrm>
          <a:prstGeom prst="rect">
            <a:avLst/>
          </a:prstGeom>
          <a:noFill/>
          <a:ln>
            <a:noFill/>
          </a:ln>
        </p:spPr>
      </p:sp>
      <p:sp>
        <p:nvSpPr>
          <p:cNvPr id="275" name="Google Shape;275;p33"/>
          <p:cNvSpPr txBox="1"/>
          <p:nvPr>
            <p:ph type="title"/>
          </p:nvPr>
        </p:nvSpPr>
        <p:spPr>
          <a:xfrm>
            <a:off x="212450" y="177900"/>
            <a:ext cx="5789400" cy="4065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6" name="Google Shape;276;p33"/>
          <p:cNvSpPr txBox="1"/>
          <p:nvPr>
            <p:ph idx="1" type="body"/>
          </p:nvPr>
        </p:nvSpPr>
        <p:spPr>
          <a:xfrm>
            <a:off x="2286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7" name="Google Shape;277;p33"/>
          <p:cNvSpPr txBox="1"/>
          <p:nvPr>
            <p:ph idx="5" type="body"/>
          </p:nvPr>
        </p:nvSpPr>
        <p:spPr>
          <a:xfrm>
            <a:off x="318525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8" name="Google Shape;278;p33"/>
          <p:cNvSpPr txBox="1"/>
          <p:nvPr>
            <p:ph idx="6" type="body"/>
          </p:nvPr>
        </p:nvSpPr>
        <p:spPr>
          <a:xfrm>
            <a:off x="6141900" y="3513725"/>
            <a:ext cx="2773500" cy="13014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Clr>
                <a:schemeClr val="lt1"/>
              </a:buClr>
              <a:buSzPts val="1000"/>
              <a:buFont typeface="Roboto"/>
              <a:buChar char="●"/>
              <a:defRPr/>
            </a:lvl1pPr>
            <a:lvl2pPr indent="-292100" lvl="1" marL="914400">
              <a:lnSpc>
                <a:spcPct val="115000"/>
              </a:lnSpc>
              <a:spcBef>
                <a:spcPts val="800"/>
              </a:spcBef>
              <a:spcAft>
                <a:spcPts val="0"/>
              </a:spcAft>
              <a:buClr>
                <a:schemeClr val="lt1"/>
              </a:buClr>
              <a:buSzPts val="1000"/>
              <a:buFont typeface="Roboto"/>
              <a:buChar char="○"/>
              <a:defRPr/>
            </a:lvl2pPr>
            <a:lvl3pPr indent="-292100" lvl="2" marL="1371600">
              <a:lnSpc>
                <a:spcPct val="115000"/>
              </a:lnSpc>
              <a:spcBef>
                <a:spcPts val="800"/>
              </a:spcBef>
              <a:spcAft>
                <a:spcPts val="0"/>
              </a:spcAft>
              <a:buClr>
                <a:schemeClr val="lt1"/>
              </a:buClr>
              <a:buSzPts val="1000"/>
              <a:buFont typeface="Roboto"/>
              <a:buChar char="■"/>
              <a:defRPr/>
            </a:lvl3pPr>
            <a:lvl4pPr indent="-292100" lvl="3" marL="1828800">
              <a:lnSpc>
                <a:spcPct val="115000"/>
              </a:lnSpc>
              <a:spcBef>
                <a:spcPts val="800"/>
              </a:spcBef>
              <a:spcAft>
                <a:spcPts val="0"/>
              </a:spcAft>
              <a:buClr>
                <a:schemeClr val="lt1"/>
              </a:buClr>
              <a:buSzPts val="1000"/>
              <a:buFont typeface="Roboto"/>
              <a:buChar char="●"/>
              <a:defRPr/>
            </a:lvl4pPr>
            <a:lvl5pPr indent="-292100" lvl="4" marL="2286000">
              <a:lnSpc>
                <a:spcPct val="115000"/>
              </a:lnSpc>
              <a:spcBef>
                <a:spcPts val="800"/>
              </a:spcBef>
              <a:spcAft>
                <a:spcPts val="0"/>
              </a:spcAft>
              <a:buClr>
                <a:schemeClr val="lt1"/>
              </a:buClr>
              <a:buSzPts val="1000"/>
              <a:buFont typeface="Roboto"/>
              <a:buChar char="○"/>
              <a:defRPr/>
            </a:lvl5pPr>
            <a:lvl6pPr indent="-292100" lvl="5" marL="2743200">
              <a:lnSpc>
                <a:spcPct val="115000"/>
              </a:lnSpc>
              <a:spcBef>
                <a:spcPts val="800"/>
              </a:spcBef>
              <a:spcAft>
                <a:spcPts val="0"/>
              </a:spcAft>
              <a:buClr>
                <a:schemeClr val="lt1"/>
              </a:buClr>
              <a:buSzPts val="1000"/>
              <a:buFont typeface="Roboto"/>
              <a:buChar char="■"/>
              <a:defRPr/>
            </a:lvl6pPr>
            <a:lvl7pPr indent="-292100" lvl="6" marL="3200400">
              <a:lnSpc>
                <a:spcPct val="115000"/>
              </a:lnSpc>
              <a:spcBef>
                <a:spcPts val="800"/>
              </a:spcBef>
              <a:spcAft>
                <a:spcPts val="0"/>
              </a:spcAft>
              <a:buClr>
                <a:schemeClr val="lt1"/>
              </a:buClr>
              <a:buSzPts val="1000"/>
              <a:buFont typeface="Roboto"/>
              <a:buChar char="●"/>
              <a:defRPr/>
            </a:lvl7pPr>
            <a:lvl8pPr indent="-292100" lvl="7" marL="3657600">
              <a:lnSpc>
                <a:spcPct val="115000"/>
              </a:lnSpc>
              <a:spcBef>
                <a:spcPts val="800"/>
              </a:spcBef>
              <a:spcAft>
                <a:spcPts val="0"/>
              </a:spcAft>
              <a:buClr>
                <a:schemeClr val="lt1"/>
              </a:buClr>
              <a:buSzPts val="1000"/>
              <a:buFont typeface="Roboto"/>
              <a:buChar char="○"/>
              <a:defRPr/>
            </a:lvl8pPr>
            <a:lvl9pPr indent="-292100" lvl="8" marL="4114800">
              <a:lnSpc>
                <a:spcPct val="115000"/>
              </a:lnSpc>
              <a:spcBef>
                <a:spcPts val="800"/>
              </a:spcBef>
              <a:spcAft>
                <a:spcPts val="800"/>
              </a:spcAft>
              <a:buClr>
                <a:schemeClr val="lt1"/>
              </a:buClr>
              <a:buSzPts val="1000"/>
              <a:buFont typeface="Roboto"/>
              <a:buChar char="■"/>
              <a:defRPr/>
            </a:lvl9pPr>
          </a:lstStyle>
          <a:p/>
        </p:txBody>
      </p:sp>
      <p:sp>
        <p:nvSpPr>
          <p:cNvPr id="279" name="Google Shape;279;p33"/>
          <p:cNvSpPr txBox="1"/>
          <p:nvPr>
            <p:ph idx="7" type="subTitle"/>
          </p:nvPr>
        </p:nvSpPr>
        <p:spPr>
          <a:xfrm>
            <a:off x="2286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0" name="Google Shape;280;p33"/>
          <p:cNvSpPr txBox="1"/>
          <p:nvPr>
            <p:ph idx="8" type="subTitle"/>
          </p:nvPr>
        </p:nvSpPr>
        <p:spPr>
          <a:xfrm>
            <a:off x="318525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
        <p:nvSpPr>
          <p:cNvPr id="281" name="Google Shape;281;p33"/>
          <p:cNvSpPr txBox="1"/>
          <p:nvPr>
            <p:ph idx="9" type="subTitle"/>
          </p:nvPr>
        </p:nvSpPr>
        <p:spPr>
          <a:xfrm>
            <a:off x="6141900" y="3224050"/>
            <a:ext cx="2773500" cy="237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800"/>
              <a:buFont typeface="Space Grotesk"/>
              <a:buNone/>
              <a:defRPr/>
            </a:lvl1pPr>
            <a:lvl2pPr lvl="1">
              <a:spcBef>
                <a:spcPts val="0"/>
              </a:spcBef>
              <a:spcAft>
                <a:spcPts val="0"/>
              </a:spcAft>
              <a:buClr>
                <a:schemeClr val="lt1"/>
              </a:buClr>
              <a:buSzPts val="1800"/>
              <a:buFont typeface="Space Grotesk"/>
              <a:buNone/>
              <a:defRPr/>
            </a:lvl2pPr>
            <a:lvl3pPr lvl="2">
              <a:spcBef>
                <a:spcPts val="0"/>
              </a:spcBef>
              <a:spcAft>
                <a:spcPts val="0"/>
              </a:spcAft>
              <a:buClr>
                <a:schemeClr val="lt1"/>
              </a:buClr>
              <a:buSzPts val="1800"/>
              <a:buFont typeface="Space Grotesk"/>
              <a:buNone/>
              <a:defRPr/>
            </a:lvl3pPr>
            <a:lvl4pPr lvl="3">
              <a:spcBef>
                <a:spcPts val="0"/>
              </a:spcBef>
              <a:spcAft>
                <a:spcPts val="0"/>
              </a:spcAft>
              <a:buClr>
                <a:schemeClr val="lt1"/>
              </a:buClr>
              <a:buSzPts val="1800"/>
              <a:buFont typeface="Space Grotesk"/>
              <a:buNone/>
              <a:defRPr/>
            </a:lvl4pPr>
            <a:lvl5pPr lvl="4">
              <a:spcBef>
                <a:spcPts val="0"/>
              </a:spcBef>
              <a:spcAft>
                <a:spcPts val="0"/>
              </a:spcAft>
              <a:buClr>
                <a:schemeClr val="lt1"/>
              </a:buClr>
              <a:buSzPts val="1800"/>
              <a:buFont typeface="Space Grotesk"/>
              <a:buNone/>
              <a:defRPr/>
            </a:lvl5pPr>
            <a:lvl6pPr lvl="5">
              <a:spcBef>
                <a:spcPts val="0"/>
              </a:spcBef>
              <a:spcAft>
                <a:spcPts val="0"/>
              </a:spcAft>
              <a:buClr>
                <a:schemeClr val="lt1"/>
              </a:buClr>
              <a:buSzPts val="1800"/>
              <a:buFont typeface="Space Grotesk"/>
              <a:buNone/>
              <a:defRPr/>
            </a:lvl6pPr>
            <a:lvl7pPr lvl="6">
              <a:spcBef>
                <a:spcPts val="0"/>
              </a:spcBef>
              <a:spcAft>
                <a:spcPts val="0"/>
              </a:spcAft>
              <a:buClr>
                <a:schemeClr val="lt1"/>
              </a:buClr>
              <a:buSzPts val="1800"/>
              <a:buFont typeface="Space Grotesk"/>
              <a:buNone/>
              <a:defRPr/>
            </a:lvl7pPr>
            <a:lvl8pPr lvl="7">
              <a:spcBef>
                <a:spcPts val="0"/>
              </a:spcBef>
              <a:spcAft>
                <a:spcPts val="0"/>
              </a:spcAft>
              <a:buClr>
                <a:schemeClr val="lt1"/>
              </a:buClr>
              <a:buSzPts val="1800"/>
              <a:buFont typeface="Space Grotesk"/>
              <a:buNone/>
              <a:defRPr/>
            </a:lvl8pPr>
            <a:lvl9pPr lvl="8">
              <a:spcBef>
                <a:spcPts val="0"/>
              </a:spcBef>
              <a:spcAft>
                <a:spcPts val="0"/>
              </a:spcAft>
              <a:buClr>
                <a:schemeClr val="lt1"/>
              </a:buClr>
              <a:buSzPts val="1800"/>
              <a:buFont typeface="Space Grotesk"/>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2" name="Shape 282"/>
        <p:cNvGrpSpPr/>
        <p:nvPr/>
      </p:nvGrpSpPr>
      <p:grpSpPr>
        <a:xfrm>
          <a:off x="0" y="0"/>
          <a:ext cx="0" cy="0"/>
          <a:chOff x="0" y="0"/>
          <a:chExt cx="0" cy="0"/>
        </a:xfrm>
      </p:grpSpPr>
      <p:sp>
        <p:nvSpPr>
          <p:cNvPr id="283" name="Google Shape;283;p3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4" name="Google Shape;284;p3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85" name="Shape 285"/>
        <p:cNvGrpSpPr/>
        <p:nvPr/>
      </p:nvGrpSpPr>
      <p:grpSpPr>
        <a:xfrm>
          <a:off x="0" y="0"/>
          <a:ext cx="0" cy="0"/>
          <a:chOff x="0" y="0"/>
          <a:chExt cx="0" cy="0"/>
        </a:xfrm>
      </p:grpSpPr>
      <p:sp>
        <p:nvSpPr>
          <p:cNvPr id="286" name="Google Shape;286;p3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87" name="Shape 287"/>
        <p:cNvGrpSpPr/>
        <p:nvPr/>
      </p:nvGrpSpPr>
      <p:grpSpPr>
        <a:xfrm>
          <a:off x="0" y="0"/>
          <a:ext cx="0" cy="0"/>
          <a:chOff x="0" y="0"/>
          <a:chExt cx="0" cy="0"/>
        </a:xfrm>
      </p:grpSpPr>
      <p:sp>
        <p:nvSpPr>
          <p:cNvPr id="288" name="Google Shape;288;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0" name="Google Shape;290;p3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91" name="Shape 291"/>
        <p:cNvGrpSpPr/>
        <p:nvPr/>
      </p:nvGrpSpPr>
      <p:grpSpPr>
        <a:xfrm>
          <a:off x="0" y="0"/>
          <a:ext cx="0" cy="0"/>
          <a:chOff x="0" y="0"/>
          <a:chExt cx="0" cy="0"/>
        </a:xfrm>
      </p:grpSpPr>
      <p:sp>
        <p:nvSpPr>
          <p:cNvPr id="292" name="Google Shape;292;p3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3" name="Google Shape;293;p3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94" name="Shape 294"/>
        <p:cNvGrpSpPr/>
        <p:nvPr/>
      </p:nvGrpSpPr>
      <p:grpSpPr>
        <a:xfrm>
          <a:off x="0" y="0"/>
          <a:ext cx="0" cy="0"/>
          <a:chOff x="0" y="0"/>
          <a:chExt cx="0" cy="0"/>
        </a:xfrm>
      </p:grpSpPr>
      <p:sp>
        <p:nvSpPr>
          <p:cNvPr id="295" name="Google Shape;295;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96" name="Google Shape;296;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97" name="Google Shape;297;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98" name="Shape 298"/>
        <p:cNvGrpSpPr/>
        <p:nvPr/>
      </p:nvGrpSpPr>
      <p:grpSpPr>
        <a:xfrm>
          <a:off x="0" y="0"/>
          <a:ext cx="0" cy="0"/>
          <a:chOff x="0" y="0"/>
          <a:chExt cx="0" cy="0"/>
        </a:xfrm>
      </p:grpSpPr>
      <p:sp>
        <p:nvSpPr>
          <p:cNvPr id="299" name="Google Shape;299;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00" name="Shape 300"/>
        <p:cNvGrpSpPr/>
        <p:nvPr/>
      </p:nvGrpSpPr>
      <p:grpSpPr>
        <a:xfrm>
          <a:off x="0" y="0"/>
          <a:ext cx="0" cy="0"/>
          <a:chOff x="0" y="0"/>
          <a:chExt cx="0" cy="0"/>
        </a:xfrm>
      </p:grpSpPr>
      <p:sp>
        <p:nvSpPr>
          <p:cNvPr id="301" name="Google Shape;301;p4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02" name="Google Shape;302;p40"/>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03" name="Shape 30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04" name="Shape 304"/>
        <p:cNvGrpSpPr/>
        <p:nvPr/>
      </p:nvGrpSpPr>
      <p:grpSpPr>
        <a:xfrm>
          <a:off x="0" y="0"/>
          <a:ext cx="0" cy="0"/>
          <a:chOff x="0" y="0"/>
          <a:chExt cx="0" cy="0"/>
        </a:xfrm>
      </p:grpSpPr>
      <p:sp>
        <p:nvSpPr>
          <p:cNvPr id="305" name="Google Shape;305;p42"/>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42"/>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7" name="Google Shape;307;p42"/>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8" name="Google Shape;308;p42"/>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2"/>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2"/>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2"/>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12" name="Shape 312"/>
        <p:cNvGrpSpPr/>
        <p:nvPr/>
      </p:nvGrpSpPr>
      <p:grpSpPr>
        <a:xfrm>
          <a:off x="0" y="0"/>
          <a:ext cx="0" cy="0"/>
          <a:chOff x="0" y="0"/>
          <a:chExt cx="0" cy="0"/>
        </a:xfrm>
      </p:grpSpPr>
      <p:sp>
        <p:nvSpPr>
          <p:cNvPr id="313" name="Google Shape;313;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4" name="Google Shape;314;p4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5" name="Google Shape;315;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16" name="Google Shape;316;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7" name="Google Shape;317;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18" name="Shape 318"/>
        <p:cNvGrpSpPr/>
        <p:nvPr/>
      </p:nvGrpSpPr>
      <p:grpSpPr>
        <a:xfrm>
          <a:off x="0" y="0"/>
          <a:ext cx="0" cy="0"/>
          <a:chOff x="0" y="0"/>
          <a:chExt cx="0" cy="0"/>
        </a:xfrm>
      </p:grpSpPr>
      <p:sp>
        <p:nvSpPr>
          <p:cNvPr id="319" name="Google Shape;319;p4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0" name="Google Shape;320;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1" name="Google Shape;321;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22" name="Google Shape;322;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3" name="Google Shape;323;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4" name="Google Shape;324;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26" name="Shape 326"/>
        <p:cNvGrpSpPr/>
        <p:nvPr/>
      </p:nvGrpSpPr>
      <p:grpSpPr>
        <a:xfrm>
          <a:off x="0" y="0"/>
          <a:ext cx="0" cy="0"/>
          <a:chOff x="0" y="0"/>
          <a:chExt cx="0" cy="0"/>
        </a:xfrm>
      </p:grpSpPr>
      <p:sp>
        <p:nvSpPr>
          <p:cNvPr id="327" name="Google Shape;327;p4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8" name="Google Shape;328;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29" name="Google Shape;329;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1" name="Google Shape;331;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2" name="Google Shape;332;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3" name="Google Shape;333;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8" name="Google Shape;338;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39" name="Shape 339"/>
        <p:cNvGrpSpPr/>
        <p:nvPr/>
      </p:nvGrpSpPr>
      <p:grpSpPr>
        <a:xfrm>
          <a:off x="0" y="0"/>
          <a:ext cx="0" cy="0"/>
          <a:chOff x="0" y="0"/>
          <a:chExt cx="0" cy="0"/>
        </a:xfrm>
      </p:grpSpPr>
      <p:sp>
        <p:nvSpPr>
          <p:cNvPr id="340" name="Google Shape;340;p4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1" name="Google Shape;341;p47"/>
          <p:cNvSpPr/>
          <p:nvPr>
            <p:ph idx="2" type="pic"/>
          </p:nvPr>
        </p:nvSpPr>
        <p:spPr>
          <a:xfrm>
            <a:off x="4804825" y="1133300"/>
            <a:ext cx="4027500" cy="2392800"/>
          </a:xfrm>
          <a:prstGeom prst="rect">
            <a:avLst/>
          </a:prstGeom>
          <a:noFill/>
          <a:ln>
            <a:noFill/>
          </a:ln>
        </p:spPr>
      </p:sp>
      <p:sp>
        <p:nvSpPr>
          <p:cNvPr id="342" name="Google Shape;342;p47"/>
          <p:cNvSpPr/>
          <p:nvPr>
            <p:ph idx="3" type="pic"/>
          </p:nvPr>
        </p:nvSpPr>
        <p:spPr>
          <a:xfrm>
            <a:off x="311725" y="1133300"/>
            <a:ext cx="4027500" cy="2392800"/>
          </a:xfrm>
          <a:prstGeom prst="rect">
            <a:avLst/>
          </a:prstGeom>
          <a:noFill/>
          <a:ln>
            <a:noFill/>
          </a:ln>
        </p:spPr>
      </p:sp>
      <p:sp>
        <p:nvSpPr>
          <p:cNvPr id="343" name="Google Shape;343;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4" name="Google Shape;344;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46" name="Google Shape;346;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7" name="Shape 347"/>
        <p:cNvGrpSpPr/>
        <p:nvPr/>
      </p:nvGrpSpPr>
      <p:grpSpPr>
        <a:xfrm>
          <a:off x="0" y="0"/>
          <a:ext cx="0" cy="0"/>
          <a:chOff x="0" y="0"/>
          <a:chExt cx="0" cy="0"/>
        </a:xfrm>
      </p:grpSpPr>
      <p:sp>
        <p:nvSpPr>
          <p:cNvPr id="348" name="Google Shape;348;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9" name="Shape 349"/>
        <p:cNvGrpSpPr/>
        <p:nvPr/>
      </p:nvGrpSpPr>
      <p:grpSpPr>
        <a:xfrm>
          <a:off x="0" y="0"/>
          <a:ext cx="0" cy="0"/>
          <a:chOff x="0" y="0"/>
          <a:chExt cx="0" cy="0"/>
        </a:xfrm>
      </p:grpSpPr>
      <p:sp>
        <p:nvSpPr>
          <p:cNvPr id="350" name="Google Shape;350;p49"/>
          <p:cNvSpPr/>
          <p:nvPr>
            <p:ph idx="2" type="pic"/>
          </p:nvPr>
        </p:nvSpPr>
        <p:spPr>
          <a:xfrm>
            <a:off x="3389600" y="118913"/>
            <a:ext cx="1643700" cy="1535100"/>
          </a:xfrm>
          <a:prstGeom prst="rect">
            <a:avLst/>
          </a:prstGeom>
          <a:noFill/>
          <a:ln>
            <a:noFill/>
          </a:ln>
        </p:spPr>
      </p:sp>
      <p:sp>
        <p:nvSpPr>
          <p:cNvPr id="351" name="Google Shape;351;p49"/>
          <p:cNvSpPr/>
          <p:nvPr>
            <p:ph idx="3" type="pic"/>
          </p:nvPr>
        </p:nvSpPr>
        <p:spPr>
          <a:xfrm>
            <a:off x="5195935" y="118913"/>
            <a:ext cx="1643700" cy="1535100"/>
          </a:xfrm>
          <a:prstGeom prst="rect">
            <a:avLst/>
          </a:prstGeom>
          <a:noFill/>
          <a:ln>
            <a:noFill/>
          </a:ln>
        </p:spPr>
      </p:sp>
      <p:sp>
        <p:nvSpPr>
          <p:cNvPr id="352" name="Google Shape;352;p49"/>
          <p:cNvSpPr/>
          <p:nvPr>
            <p:ph idx="4" type="pic"/>
          </p:nvPr>
        </p:nvSpPr>
        <p:spPr>
          <a:xfrm>
            <a:off x="7002270" y="118913"/>
            <a:ext cx="1643700" cy="1535100"/>
          </a:xfrm>
          <a:prstGeom prst="rect">
            <a:avLst/>
          </a:prstGeom>
          <a:noFill/>
          <a:ln>
            <a:noFill/>
          </a:ln>
        </p:spPr>
      </p:sp>
      <p:sp>
        <p:nvSpPr>
          <p:cNvPr id="353" name="Google Shape;353;p49"/>
          <p:cNvSpPr/>
          <p:nvPr>
            <p:ph idx="5" type="pic"/>
          </p:nvPr>
        </p:nvSpPr>
        <p:spPr>
          <a:xfrm>
            <a:off x="3389588" y="1804212"/>
            <a:ext cx="1643700" cy="1535100"/>
          </a:xfrm>
          <a:prstGeom prst="rect">
            <a:avLst/>
          </a:prstGeom>
          <a:noFill/>
          <a:ln>
            <a:noFill/>
          </a:ln>
        </p:spPr>
      </p:sp>
      <p:sp>
        <p:nvSpPr>
          <p:cNvPr id="354" name="Google Shape;354;p49"/>
          <p:cNvSpPr/>
          <p:nvPr>
            <p:ph idx="6" type="pic"/>
          </p:nvPr>
        </p:nvSpPr>
        <p:spPr>
          <a:xfrm>
            <a:off x="5195922" y="1804212"/>
            <a:ext cx="1643700" cy="1535100"/>
          </a:xfrm>
          <a:prstGeom prst="rect">
            <a:avLst/>
          </a:prstGeom>
          <a:noFill/>
          <a:ln>
            <a:noFill/>
          </a:ln>
        </p:spPr>
      </p:sp>
      <p:sp>
        <p:nvSpPr>
          <p:cNvPr id="355" name="Google Shape;355;p49"/>
          <p:cNvSpPr/>
          <p:nvPr>
            <p:ph idx="7" type="pic"/>
          </p:nvPr>
        </p:nvSpPr>
        <p:spPr>
          <a:xfrm>
            <a:off x="7002257" y="1804212"/>
            <a:ext cx="1643700" cy="1535100"/>
          </a:xfrm>
          <a:prstGeom prst="rect">
            <a:avLst/>
          </a:prstGeom>
          <a:noFill/>
          <a:ln>
            <a:noFill/>
          </a:ln>
        </p:spPr>
      </p:sp>
      <p:sp>
        <p:nvSpPr>
          <p:cNvPr id="356" name="Google Shape;356;p4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49"/>
          <p:cNvSpPr/>
          <p:nvPr>
            <p:ph idx="8" type="pic"/>
          </p:nvPr>
        </p:nvSpPr>
        <p:spPr>
          <a:xfrm>
            <a:off x="3389588" y="3489487"/>
            <a:ext cx="1643700" cy="1535100"/>
          </a:xfrm>
          <a:prstGeom prst="rect">
            <a:avLst/>
          </a:prstGeom>
          <a:noFill/>
          <a:ln>
            <a:noFill/>
          </a:ln>
        </p:spPr>
      </p:sp>
      <p:sp>
        <p:nvSpPr>
          <p:cNvPr id="358" name="Google Shape;358;p49"/>
          <p:cNvSpPr/>
          <p:nvPr>
            <p:ph idx="9" type="pic"/>
          </p:nvPr>
        </p:nvSpPr>
        <p:spPr>
          <a:xfrm>
            <a:off x="5195922" y="3489487"/>
            <a:ext cx="1643700" cy="1535100"/>
          </a:xfrm>
          <a:prstGeom prst="rect">
            <a:avLst/>
          </a:prstGeom>
          <a:noFill/>
          <a:ln>
            <a:noFill/>
          </a:ln>
        </p:spPr>
      </p:sp>
      <p:sp>
        <p:nvSpPr>
          <p:cNvPr id="359" name="Google Shape;359;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1.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88025" y="635200"/>
            <a:ext cx="5802000" cy="2277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4800"/>
              <a:buFont typeface="Space Grotesk"/>
              <a:buNone/>
              <a:defRPr sz="4800">
                <a:solidFill>
                  <a:schemeClr val="lt1"/>
                </a:solidFill>
                <a:latin typeface="Space Grotesk"/>
                <a:ea typeface="Space Grotesk"/>
                <a:cs typeface="Space Grotesk"/>
                <a:sym typeface="Space Grotesk"/>
              </a:defRPr>
            </a:lvl1pPr>
            <a:lvl2pPr lvl="1">
              <a:spcBef>
                <a:spcPts val="0"/>
              </a:spcBef>
              <a:spcAft>
                <a:spcPts val="0"/>
              </a:spcAft>
              <a:buSzPts val="1400"/>
              <a:buFont typeface="Space Grotesk"/>
              <a:buNone/>
              <a:defRPr>
                <a:latin typeface="Space Grotesk"/>
                <a:ea typeface="Space Grotesk"/>
                <a:cs typeface="Space Grotesk"/>
                <a:sym typeface="Space Grotesk"/>
              </a:defRPr>
            </a:lvl2pPr>
            <a:lvl3pPr lvl="2">
              <a:spcBef>
                <a:spcPts val="0"/>
              </a:spcBef>
              <a:spcAft>
                <a:spcPts val="0"/>
              </a:spcAft>
              <a:buSzPts val="1400"/>
              <a:buFont typeface="Space Grotesk"/>
              <a:buNone/>
              <a:defRPr>
                <a:latin typeface="Space Grotesk"/>
                <a:ea typeface="Space Grotesk"/>
                <a:cs typeface="Space Grotesk"/>
                <a:sym typeface="Space Grotesk"/>
              </a:defRPr>
            </a:lvl3pPr>
            <a:lvl4pPr lvl="3">
              <a:spcBef>
                <a:spcPts val="0"/>
              </a:spcBef>
              <a:spcAft>
                <a:spcPts val="0"/>
              </a:spcAft>
              <a:buSzPts val="1400"/>
              <a:buFont typeface="Space Grotesk"/>
              <a:buNone/>
              <a:defRPr>
                <a:latin typeface="Space Grotesk"/>
                <a:ea typeface="Space Grotesk"/>
                <a:cs typeface="Space Grotesk"/>
                <a:sym typeface="Space Grotesk"/>
              </a:defRPr>
            </a:lvl4pPr>
            <a:lvl5pPr lvl="4">
              <a:spcBef>
                <a:spcPts val="0"/>
              </a:spcBef>
              <a:spcAft>
                <a:spcPts val="0"/>
              </a:spcAft>
              <a:buSzPts val="1400"/>
              <a:buFont typeface="Space Grotesk"/>
              <a:buNone/>
              <a:defRPr>
                <a:latin typeface="Space Grotesk"/>
                <a:ea typeface="Space Grotesk"/>
                <a:cs typeface="Space Grotesk"/>
                <a:sym typeface="Space Grotesk"/>
              </a:defRPr>
            </a:lvl5pPr>
            <a:lvl6pPr lvl="5">
              <a:spcBef>
                <a:spcPts val="0"/>
              </a:spcBef>
              <a:spcAft>
                <a:spcPts val="0"/>
              </a:spcAft>
              <a:buSzPts val="1400"/>
              <a:buFont typeface="Space Grotesk"/>
              <a:buNone/>
              <a:defRPr>
                <a:latin typeface="Space Grotesk"/>
                <a:ea typeface="Space Grotesk"/>
                <a:cs typeface="Space Grotesk"/>
                <a:sym typeface="Space Grotesk"/>
              </a:defRPr>
            </a:lvl6pPr>
            <a:lvl7pPr lvl="6">
              <a:spcBef>
                <a:spcPts val="0"/>
              </a:spcBef>
              <a:spcAft>
                <a:spcPts val="0"/>
              </a:spcAft>
              <a:buSzPts val="1400"/>
              <a:buFont typeface="Space Grotesk"/>
              <a:buNone/>
              <a:defRPr>
                <a:latin typeface="Space Grotesk"/>
                <a:ea typeface="Space Grotesk"/>
                <a:cs typeface="Space Grotesk"/>
                <a:sym typeface="Space Grotesk"/>
              </a:defRPr>
            </a:lvl7pPr>
            <a:lvl8pPr lvl="7">
              <a:spcBef>
                <a:spcPts val="0"/>
              </a:spcBef>
              <a:spcAft>
                <a:spcPts val="0"/>
              </a:spcAft>
              <a:buSzPts val="1400"/>
              <a:buFont typeface="Space Grotesk"/>
              <a:buNone/>
              <a:defRPr>
                <a:latin typeface="Space Grotesk"/>
                <a:ea typeface="Space Grotesk"/>
                <a:cs typeface="Space Grotesk"/>
                <a:sym typeface="Space Grotesk"/>
              </a:defRPr>
            </a:lvl8pPr>
            <a:lvl9pPr lvl="8">
              <a:spcBef>
                <a:spcPts val="0"/>
              </a:spcBef>
              <a:spcAft>
                <a:spcPts val="0"/>
              </a:spcAft>
              <a:buSzPts val="1400"/>
              <a:buFont typeface="Space Grotesk"/>
              <a:buNone/>
              <a:defRPr>
                <a:latin typeface="Space Grotesk"/>
                <a:ea typeface="Space Grotesk"/>
                <a:cs typeface="Space Grotesk"/>
                <a:sym typeface="Space Grotesk"/>
              </a:defRPr>
            </a:lvl9pPr>
          </a:lstStyle>
          <a:p/>
        </p:txBody>
      </p:sp>
      <p:sp>
        <p:nvSpPr>
          <p:cNvPr id="52" name="Google Shape;52;p13"/>
          <p:cNvSpPr txBox="1"/>
          <p:nvPr>
            <p:ph idx="1" type="body"/>
          </p:nvPr>
        </p:nvSpPr>
        <p:spPr>
          <a:xfrm>
            <a:off x="611950" y="2966800"/>
            <a:ext cx="4547100" cy="16422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1pPr>
            <a:lvl2pPr indent="-292100" lvl="1" marL="914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2pPr>
            <a:lvl3pPr indent="-292100" lvl="2" marL="1371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3pPr>
            <a:lvl4pPr indent="-292100" lvl="3" marL="1828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4pPr>
            <a:lvl5pPr indent="-292100" lvl="4" marL="22860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5pPr>
            <a:lvl6pPr indent="-292100" lvl="5" marL="27432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6pPr>
            <a:lvl7pPr indent="-292100" lvl="6" marL="32004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7pPr>
            <a:lvl8pPr indent="-292100" lvl="7" marL="36576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8pPr>
            <a:lvl9pPr indent="-292100" lvl="8" marL="4114800">
              <a:spcBef>
                <a:spcPts val="0"/>
              </a:spcBef>
              <a:spcAft>
                <a:spcPts val="0"/>
              </a:spcAft>
              <a:buClr>
                <a:schemeClr val="lt1"/>
              </a:buClr>
              <a:buSzPts val="1000"/>
              <a:buFont typeface="Roboto"/>
              <a:buChar char="■"/>
              <a:defRPr sz="1000">
                <a:solidFill>
                  <a:schemeClr val="lt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cooleffect.org" TargetMode="External"/><Relationship Id="rId4" Type="http://schemas.openxmlformats.org/officeDocument/2006/relationships/hyperlink" Target="http://tradewater.c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314925" y="474825"/>
            <a:ext cx="9398100" cy="732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800">
                <a:solidFill>
                  <a:schemeClr val="accent2"/>
                </a:solidFill>
              </a:rPr>
              <a:t>AGI HACKATHON 2026: </a:t>
            </a:r>
            <a:r>
              <a:rPr lang="en" sz="2800"/>
              <a:t>CO2 Emissions and Cost Optimization through Celonis</a:t>
            </a:r>
            <a:endParaRPr sz="2800"/>
          </a:p>
        </p:txBody>
      </p:sp>
      <p:sp>
        <p:nvSpPr>
          <p:cNvPr id="365" name="Google Shape;365;p50"/>
          <p:cNvSpPr txBox="1"/>
          <p:nvPr>
            <p:ph idx="2" type="title"/>
          </p:nvPr>
        </p:nvSpPr>
        <p:spPr>
          <a:xfrm>
            <a:off x="640125" y="2807788"/>
            <a:ext cx="8747700" cy="7320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sz="5300">
                <a:latin typeface="Courier New"/>
                <a:ea typeface="Courier New"/>
                <a:cs typeface="Courier New"/>
                <a:sym typeface="Courier New"/>
              </a:rPr>
              <a:t>&lt;/&gt;JavaCuppaMatcha&lt;/&gt;</a:t>
            </a:r>
            <a:endParaRPr sz="5300">
              <a:latin typeface="Courier New"/>
              <a:ea typeface="Courier New"/>
              <a:cs typeface="Courier New"/>
              <a:sym typeface="Courier New"/>
            </a:endParaRPr>
          </a:p>
        </p:txBody>
      </p:sp>
      <p:sp>
        <p:nvSpPr>
          <p:cNvPr id="366" name="Google Shape;366;p50"/>
          <p:cNvSpPr txBox="1"/>
          <p:nvPr>
            <p:ph idx="1" type="subTitle"/>
          </p:nvPr>
        </p:nvSpPr>
        <p:spPr>
          <a:xfrm>
            <a:off x="1237725" y="3853450"/>
            <a:ext cx="7552500" cy="6465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2100"/>
              <a:t>Noah Graber, Isaac Elias, Nafkot Makonnen, Nithin Vijaykumar, </a:t>
            </a:r>
            <a:r>
              <a:rPr lang="en" sz="2100"/>
              <a:t>Omar Mohamed, Tyrike Daniels</a:t>
            </a:r>
            <a:endParaRPr sz="2100"/>
          </a:p>
        </p:txBody>
      </p:sp>
      <p:pic>
        <p:nvPicPr>
          <p:cNvPr descr="Java Logo transparent PNG - StickPNG" id="367" name="Google Shape;367;p50"/>
          <p:cNvPicPr preferRelativeResize="0"/>
          <p:nvPr/>
        </p:nvPicPr>
        <p:blipFill>
          <a:blip r:embed="rId3">
            <a:alphaModFix/>
          </a:blip>
          <a:stretch>
            <a:fillRect/>
          </a:stretch>
        </p:blipFill>
        <p:spPr>
          <a:xfrm>
            <a:off x="4597500" y="1550875"/>
            <a:ext cx="832950" cy="1126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1"/>
          <p:cNvSpPr txBox="1"/>
          <p:nvPr>
            <p:ph type="title"/>
          </p:nvPr>
        </p:nvSpPr>
        <p:spPr>
          <a:xfrm>
            <a:off x="570450" y="1786800"/>
            <a:ext cx="8003100" cy="1569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solidFill>
                  <a:schemeClr val="accent2"/>
                </a:solidFill>
              </a:rPr>
              <a:t>Problem Statement:</a:t>
            </a:r>
            <a:r>
              <a:rPr lang="en" sz="3000"/>
              <a:t> </a:t>
            </a:r>
            <a:r>
              <a:rPr lang="en" sz="3000">
                <a:latin typeface="Space Grotesk"/>
                <a:ea typeface="Space Grotesk"/>
                <a:cs typeface="Space Grotesk"/>
                <a:sym typeface="Space Grotesk"/>
              </a:rPr>
              <a:t>How can we reduce cost of travel while also reducing environmental impact?</a:t>
            </a:r>
            <a:endParaRPr sz="3000">
              <a:latin typeface="Space Grotesk"/>
              <a:ea typeface="Space Grotesk"/>
              <a:cs typeface="Space Grotesk"/>
              <a:sym typeface="Space Grotesk"/>
            </a:endParaRPr>
          </a:p>
          <a:p>
            <a:pPr indent="0" lvl="0" marL="0" rtl="0" algn="l">
              <a:spcBef>
                <a:spcPts val="0"/>
              </a:spcBef>
              <a:spcAft>
                <a:spcPts val="0"/>
              </a:spcAft>
              <a:buNone/>
            </a:pPr>
            <a:r>
              <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2"/>
          <p:cNvSpPr txBox="1"/>
          <p:nvPr>
            <p:ph idx="2" type="subTitle"/>
          </p:nvPr>
        </p:nvSpPr>
        <p:spPr>
          <a:xfrm>
            <a:off x="257700" y="1713075"/>
            <a:ext cx="4314300" cy="3171600"/>
          </a:xfrm>
          <a:prstGeom prst="rect">
            <a:avLst/>
          </a:prstGeom>
        </p:spPr>
        <p:txBody>
          <a:bodyPr anchorCtr="0" anchor="ctr" bIns="0" lIns="0" spcFirstLastPara="1" rIns="0" wrap="square" tIns="0">
            <a:noAutofit/>
          </a:bodyPr>
          <a:lstStyle/>
          <a:p>
            <a:pPr indent="-361950" lvl="0" marL="457200" rtl="0" algn="l">
              <a:lnSpc>
                <a:spcPct val="100000"/>
              </a:lnSpc>
              <a:spcBef>
                <a:spcPts val="0"/>
              </a:spcBef>
              <a:spcAft>
                <a:spcPts val="0"/>
              </a:spcAft>
              <a:buSzPts val="2100"/>
              <a:buChar char="●"/>
            </a:pPr>
            <a:r>
              <a:rPr b="1" lang="en" sz="2100"/>
              <a:t>Unfunded Missed Trips</a:t>
            </a:r>
            <a:r>
              <a:rPr lang="en" sz="2100"/>
              <a:t> (Saves 2 million kg CO2)</a:t>
            </a:r>
            <a:endParaRPr sz="2100"/>
          </a:p>
          <a:p>
            <a:pPr indent="-361950" lvl="0" marL="457200" rtl="0" algn="l">
              <a:lnSpc>
                <a:spcPct val="100000"/>
              </a:lnSpc>
              <a:spcBef>
                <a:spcPts val="1000"/>
              </a:spcBef>
              <a:spcAft>
                <a:spcPts val="0"/>
              </a:spcAft>
              <a:buSzPts val="2100"/>
              <a:buChar char="●"/>
            </a:pPr>
            <a:r>
              <a:rPr b="1" lang="en" sz="2100"/>
              <a:t>Reimbursed Anomalies</a:t>
            </a:r>
            <a:r>
              <a:rPr lang="en" sz="2100"/>
              <a:t> ($6M saved)</a:t>
            </a:r>
            <a:endParaRPr sz="2100"/>
          </a:p>
          <a:p>
            <a:pPr indent="-361950" lvl="0" marL="457200" rtl="0" algn="l">
              <a:lnSpc>
                <a:spcPct val="100000"/>
              </a:lnSpc>
              <a:spcBef>
                <a:spcPts val="1000"/>
              </a:spcBef>
              <a:spcAft>
                <a:spcPts val="0"/>
              </a:spcAft>
              <a:buSzPts val="2100"/>
              <a:buChar char="●"/>
            </a:pPr>
            <a:r>
              <a:rPr b="1" lang="en" sz="2100"/>
              <a:t>Ad-hoc Transport</a:t>
            </a:r>
            <a:r>
              <a:rPr lang="en" sz="2100"/>
              <a:t> (Saves $16.2M)</a:t>
            </a:r>
            <a:endParaRPr sz="2100"/>
          </a:p>
          <a:p>
            <a:pPr indent="-361950" lvl="0" marL="457200" rtl="0" algn="l">
              <a:lnSpc>
                <a:spcPct val="100000"/>
              </a:lnSpc>
              <a:spcBef>
                <a:spcPts val="1000"/>
              </a:spcBef>
              <a:spcAft>
                <a:spcPts val="0"/>
              </a:spcAft>
              <a:buSzPts val="2100"/>
              <a:buChar char="●"/>
            </a:pPr>
            <a:r>
              <a:rPr lang="en" sz="2100"/>
              <a:t>Booking Timing (Saves $3.5M)</a:t>
            </a:r>
            <a:endParaRPr sz="2000"/>
          </a:p>
          <a:p>
            <a:pPr indent="0" lvl="0" marL="0" rtl="0" algn="l">
              <a:lnSpc>
                <a:spcPct val="90000"/>
              </a:lnSpc>
              <a:spcBef>
                <a:spcPts val="1000"/>
              </a:spcBef>
              <a:spcAft>
                <a:spcPts val="0"/>
              </a:spcAft>
              <a:buNone/>
            </a:pPr>
            <a:r>
              <a:t/>
            </a:r>
            <a:endParaRPr b="1" sz="2200"/>
          </a:p>
        </p:txBody>
      </p:sp>
      <p:sp>
        <p:nvSpPr>
          <p:cNvPr id="378" name="Google Shape;378;p52"/>
          <p:cNvSpPr txBox="1"/>
          <p:nvPr>
            <p:ph idx="2" type="subTitle"/>
          </p:nvPr>
        </p:nvSpPr>
        <p:spPr>
          <a:xfrm>
            <a:off x="4572000" y="1713075"/>
            <a:ext cx="4199400" cy="2632200"/>
          </a:xfrm>
          <a:prstGeom prst="rect">
            <a:avLst/>
          </a:prstGeom>
        </p:spPr>
        <p:txBody>
          <a:bodyPr anchorCtr="0" anchor="ctr" bIns="0" lIns="0" spcFirstLastPara="1" rIns="0" wrap="square" tIns="0">
            <a:noAutofit/>
          </a:bodyPr>
          <a:lstStyle/>
          <a:p>
            <a:pPr indent="-381000" lvl="0" marL="457200" rtl="0" algn="l">
              <a:lnSpc>
                <a:spcPct val="90000"/>
              </a:lnSpc>
              <a:spcBef>
                <a:spcPts val="0"/>
              </a:spcBef>
              <a:spcAft>
                <a:spcPts val="0"/>
              </a:spcAft>
              <a:buSzPts val="2400"/>
              <a:buChar char="●"/>
            </a:pPr>
            <a:r>
              <a:rPr b="1" lang="en" sz="2400"/>
              <a:t>CO2 Offset</a:t>
            </a:r>
            <a:endParaRPr b="1" sz="2400"/>
          </a:p>
          <a:p>
            <a:pPr indent="-381000" lvl="1" marL="914400" rtl="0" algn="l">
              <a:lnSpc>
                <a:spcPct val="90000"/>
              </a:lnSpc>
              <a:spcBef>
                <a:spcPts val="0"/>
              </a:spcBef>
              <a:spcAft>
                <a:spcPts val="0"/>
              </a:spcAft>
              <a:buSzPts val="2400"/>
              <a:buChar char="○"/>
            </a:pPr>
            <a:r>
              <a:rPr lang="en" sz="2400"/>
              <a:t>Using saved money to buy carbon credit</a:t>
            </a:r>
            <a:endParaRPr sz="2400"/>
          </a:p>
          <a:p>
            <a:pPr indent="-381000" lvl="1" marL="914400" rtl="0" algn="l">
              <a:lnSpc>
                <a:spcPct val="90000"/>
              </a:lnSpc>
              <a:spcBef>
                <a:spcPts val="0"/>
              </a:spcBef>
              <a:spcAft>
                <a:spcPts val="0"/>
              </a:spcAft>
              <a:buSzPts val="2400"/>
              <a:buChar char="○"/>
            </a:pPr>
            <a:r>
              <a:rPr lang="en" sz="2400"/>
              <a:t>Beneficial for EU Regulation</a:t>
            </a:r>
            <a:endParaRPr sz="2400"/>
          </a:p>
          <a:p>
            <a:pPr indent="-381000" lvl="1" marL="914400" rtl="0" algn="l">
              <a:lnSpc>
                <a:spcPct val="90000"/>
              </a:lnSpc>
              <a:spcBef>
                <a:spcPts val="0"/>
              </a:spcBef>
              <a:spcAft>
                <a:spcPts val="0"/>
              </a:spcAft>
              <a:buSzPts val="2400"/>
              <a:buChar char="○"/>
            </a:pPr>
            <a:r>
              <a:rPr lang="en" sz="2400"/>
              <a:t>Attractive to Investors and Customers</a:t>
            </a:r>
            <a:endParaRPr sz="2400"/>
          </a:p>
        </p:txBody>
      </p:sp>
      <p:sp>
        <p:nvSpPr>
          <p:cNvPr id="379" name="Google Shape;379;p52"/>
          <p:cNvSpPr txBox="1"/>
          <p:nvPr>
            <p:ph type="title"/>
          </p:nvPr>
        </p:nvSpPr>
        <p:spPr>
          <a:xfrm>
            <a:off x="615025" y="534875"/>
            <a:ext cx="3842100" cy="9696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3500">
                <a:solidFill>
                  <a:schemeClr val="accent2"/>
                </a:solidFill>
              </a:rPr>
              <a:t>Process Optimization:</a:t>
            </a:r>
            <a:endParaRPr sz="3500">
              <a:solidFill>
                <a:schemeClr val="accent2"/>
              </a:solidFill>
            </a:endParaRPr>
          </a:p>
        </p:txBody>
      </p:sp>
      <p:sp>
        <p:nvSpPr>
          <p:cNvPr id="380" name="Google Shape;380;p52"/>
          <p:cNvSpPr txBox="1"/>
          <p:nvPr>
            <p:ph type="title"/>
          </p:nvPr>
        </p:nvSpPr>
        <p:spPr>
          <a:xfrm>
            <a:off x="4572000" y="777275"/>
            <a:ext cx="3872100" cy="4848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sz="3500">
                <a:solidFill>
                  <a:schemeClr val="accent2"/>
                </a:solidFill>
              </a:rPr>
              <a:t>Net-Zero Path:</a:t>
            </a:r>
            <a:endParaRPr sz="35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txBox="1"/>
          <p:nvPr>
            <p:ph type="title"/>
          </p:nvPr>
        </p:nvSpPr>
        <p:spPr>
          <a:xfrm>
            <a:off x="212450" y="177900"/>
            <a:ext cx="88164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Process Optimization</a:t>
            </a:r>
            <a:r>
              <a:rPr lang="en">
                <a:solidFill>
                  <a:schemeClr val="accent2"/>
                </a:solidFill>
              </a:rPr>
              <a:t>: </a:t>
            </a:r>
            <a:r>
              <a:rPr lang="en"/>
              <a:t>Unfunded Missed Trips</a:t>
            </a:r>
            <a:endParaRPr/>
          </a:p>
          <a:p>
            <a:pPr indent="0" lvl="0" marL="0" rtl="0" algn="l">
              <a:spcBef>
                <a:spcPts val="0"/>
              </a:spcBef>
              <a:spcAft>
                <a:spcPts val="0"/>
              </a:spcAft>
              <a:buNone/>
            </a:pPr>
            <a:r>
              <a:t/>
            </a:r>
            <a:endParaRPr/>
          </a:p>
        </p:txBody>
      </p:sp>
      <p:sp>
        <p:nvSpPr>
          <p:cNvPr id="386" name="Google Shape;386;p53"/>
          <p:cNvSpPr txBox="1"/>
          <p:nvPr>
            <p:ph idx="1" type="body"/>
          </p:nvPr>
        </p:nvSpPr>
        <p:spPr>
          <a:xfrm>
            <a:off x="212450" y="946450"/>
            <a:ext cx="8816400" cy="274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900">
                <a:latin typeface="Space Grotesk"/>
                <a:ea typeface="Space Grotesk"/>
                <a:cs typeface="Space Grotesk"/>
                <a:sym typeface="Space Grotesk"/>
              </a:rPr>
              <a:t>1,059,518.36 kg </a:t>
            </a:r>
            <a:r>
              <a:rPr b="1" lang="en" sz="2100">
                <a:solidFill>
                  <a:schemeClr val="accent2"/>
                </a:solidFill>
                <a:latin typeface="Space Grotesk"/>
                <a:ea typeface="Space Grotesk"/>
                <a:cs typeface="Space Grotesk"/>
                <a:sym typeface="Space Grotesk"/>
              </a:rPr>
              <a:t>(n = 573)</a:t>
            </a:r>
            <a:endParaRPr b="1" sz="2900">
              <a:latin typeface="Space Grotesk"/>
              <a:ea typeface="Space Grotesk"/>
              <a:cs typeface="Space Grotesk"/>
              <a:sym typeface="Space Grotesk"/>
            </a:endParaRPr>
          </a:p>
          <a:p>
            <a:pPr indent="-361950" lvl="0" marL="457200" rtl="0" algn="l">
              <a:spcBef>
                <a:spcPts val="0"/>
              </a:spcBef>
              <a:spcAft>
                <a:spcPts val="0"/>
              </a:spcAft>
              <a:buSzPts val="2100"/>
              <a:buFont typeface="Space Grotesk"/>
              <a:buChar char="●"/>
            </a:pPr>
            <a:r>
              <a:rPr lang="en" sz="2100">
                <a:latin typeface="Space Grotesk"/>
                <a:ea typeface="Space Grotesk"/>
                <a:cs typeface="Space Grotesk"/>
                <a:sym typeface="Space Grotesk"/>
              </a:rPr>
              <a:t>Amount of CO2 spent on out-of-policy, purposeless trips that never end up getting approved.</a:t>
            </a:r>
            <a:endParaRPr sz="2100">
              <a:solidFill>
                <a:schemeClr val="accent2"/>
              </a:solidFill>
              <a:latin typeface="Space Grotesk"/>
              <a:ea typeface="Space Grotesk"/>
              <a:cs typeface="Space Grotesk"/>
              <a:sym typeface="Space Grotesk"/>
            </a:endParaRPr>
          </a:p>
          <a:p>
            <a:pPr indent="0" lvl="0" marL="0" rtl="0" algn="l">
              <a:spcBef>
                <a:spcPts val="800"/>
              </a:spcBef>
              <a:spcAft>
                <a:spcPts val="0"/>
              </a:spcAft>
              <a:buNone/>
            </a:pPr>
            <a:r>
              <a:rPr b="1" lang="en" sz="2900">
                <a:latin typeface="Space Grotesk"/>
                <a:ea typeface="Space Grotesk"/>
                <a:cs typeface="Space Grotesk"/>
                <a:sym typeface="Space Grotesk"/>
              </a:rPr>
              <a:t>3,000,030.71</a:t>
            </a:r>
            <a:r>
              <a:rPr b="1" lang="en" sz="2900">
                <a:latin typeface="Space Grotesk"/>
                <a:ea typeface="Space Grotesk"/>
                <a:cs typeface="Space Grotesk"/>
                <a:sym typeface="Space Grotesk"/>
              </a:rPr>
              <a:t> kg</a:t>
            </a:r>
            <a:r>
              <a:rPr b="1" lang="en" sz="2100">
                <a:latin typeface="Space Grotesk"/>
                <a:ea typeface="Space Grotesk"/>
                <a:cs typeface="Space Grotesk"/>
                <a:sym typeface="Space Grotesk"/>
              </a:rPr>
              <a:t> </a:t>
            </a:r>
            <a:r>
              <a:rPr b="1" lang="en" sz="2100">
                <a:solidFill>
                  <a:schemeClr val="accent2"/>
                </a:solidFill>
                <a:latin typeface="Space Grotesk"/>
                <a:ea typeface="Space Grotesk"/>
                <a:cs typeface="Space Grotesk"/>
                <a:sym typeface="Space Grotesk"/>
              </a:rPr>
              <a:t>(n = 2255)</a:t>
            </a:r>
            <a:endParaRPr b="1" sz="2900">
              <a:latin typeface="Space Grotesk"/>
              <a:ea typeface="Space Grotesk"/>
              <a:cs typeface="Space Grotesk"/>
              <a:sym typeface="Space Grotesk"/>
            </a:endParaRPr>
          </a:p>
          <a:p>
            <a:pPr indent="-361950" lvl="0" marL="457200" rtl="0" algn="l">
              <a:spcBef>
                <a:spcPts val="0"/>
              </a:spcBef>
              <a:spcAft>
                <a:spcPts val="0"/>
              </a:spcAft>
              <a:buSzPts val="2100"/>
              <a:buFont typeface="Space Grotesk"/>
              <a:buChar char="●"/>
            </a:pPr>
            <a:r>
              <a:rPr lang="en" sz="2100">
                <a:latin typeface="Space Grotesk"/>
                <a:ea typeface="Space Grotesk"/>
                <a:cs typeface="Space Grotesk"/>
                <a:sym typeface="Space Grotesk"/>
              </a:rPr>
              <a:t>Amount of CO2 spent on general trips (both in and out of policy) that never end up getting approved but have no listed reason.</a:t>
            </a:r>
            <a:endParaRPr sz="2100">
              <a:latin typeface="Space Grotesk"/>
              <a:ea typeface="Space Grotesk"/>
              <a:cs typeface="Space Grotesk"/>
              <a:sym typeface="Space Grotesk"/>
            </a:endParaRPr>
          </a:p>
          <a:p>
            <a:pPr indent="0" lvl="0" marL="0" rtl="0" algn="l">
              <a:spcBef>
                <a:spcPts val="800"/>
              </a:spcBef>
              <a:spcAft>
                <a:spcPts val="0"/>
              </a:spcAft>
              <a:buNone/>
            </a:pPr>
            <a:r>
              <a:t/>
            </a:r>
            <a:endParaRPr i="1" sz="1200">
              <a:solidFill>
                <a:schemeClr val="accent2"/>
              </a:solidFill>
              <a:latin typeface="Space Grotesk"/>
              <a:ea typeface="Space Grotesk"/>
              <a:cs typeface="Space Grotesk"/>
              <a:sym typeface="Space Grotesk"/>
            </a:endParaRPr>
          </a:p>
          <a:p>
            <a:pPr indent="0" lvl="0" marL="0" rtl="0" algn="l">
              <a:spcBef>
                <a:spcPts val="800"/>
              </a:spcBef>
              <a:spcAft>
                <a:spcPts val="0"/>
              </a:spcAft>
              <a:buNone/>
            </a:pPr>
            <a:r>
              <a:t/>
            </a:r>
            <a:endParaRPr sz="1200">
              <a:latin typeface="Space Grotesk"/>
              <a:ea typeface="Space Grotesk"/>
              <a:cs typeface="Space Grotesk"/>
              <a:sym typeface="Space Grotesk"/>
            </a:endParaRPr>
          </a:p>
          <a:p>
            <a:pPr indent="0" lvl="0" marL="0" rtl="0" algn="l">
              <a:spcBef>
                <a:spcPts val="800"/>
              </a:spcBef>
              <a:spcAft>
                <a:spcPts val="0"/>
              </a:spcAft>
              <a:buNone/>
            </a:pPr>
            <a:r>
              <a:rPr b="1" lang="en" sz="2900">
                <a:latin typeface="Space Grotesk"/>
                <a:ea typeface="Space Grotesk"/>
                <a:cs typeface="Space Grotesk"/>
                <a:sym typeface="Space Grotesk"/>
              </a:rPr>
              <a:t>AVERAGE: </a:t>
            </a:r>
            <a:r>
              <a:rPr b="1" lang="en" sz="2900">
                <a:solidFill>
                  <a:schemeClr val="accent2"/>
                </a:solidFill>
                <a:latin typeface="Space Grotesk"/>
                <a:ea typeface="Space Grotesk"/>
                <a:cs typeface="Space Grotesk"/>
                <a:sym typeface="Space Grotesk"/>
              </a:rPr>
              <a:t>2,029,774.54 kg</a:t>
            </a:r>
            <a:endParaRPr b="1" sz="2100">
              <a:solidFill>
                <a:schemeClr val="accent2"/>
              </a:solidFill>
              <a:latin typeface="Space Grotesk"/>
              <a:ea typeface="Space Grotesk"/>
              <a:cs typeface="Space Grotesk"/>
              <a:sym typeface="Space Grotesk"/>
            </a:endParaRPr>
          </a:p>
          <a:p>
            <a:pPr indent="0" lvl="0" marL="457200" rtl="0" algn="l">
              <a:spcBef>
                <a:spcPts val="800"/>
              </a:spcBef>
              <a:spcAft>
                <a:spcPts val="0"/>
              </a:spcAft>
              <a:buNone/>
            </a:pPr>
            <a:r>
              <a:t/>
            </a:r>
            <a:endParaRPr sz="1200">
              <a:latin typeface="Space Grotesk"/>
              <a:ea typeface="Space Grotesk"/>
              <a:cs typeface="Space Grotesk"/>
              <a:sym typeface="Space Grotesk"/>
            </a:endParaRPr>
          </a:p>
          <a:p>
            <a:pPr indent="0" lvl="0" marL="0" rtl="0" algn="l">
              <a:spcBef>
                <a:spcPts val="800"/>
              </a:spcBef>
              <a:spcAft>
                <a:spcPts val="0"/>
              </a:spcAft>
              <a:buNone/>
            </a:pPr>
            <a:r>
              <a:t/>
            </a:r>
            <a:endParaRPr>
              <a:latin typeface="Space Grotesk"/>
              <a:ea typeface="Space Grotesk"/>
              <a:cs typeface="Space Grotesk"/>
              <a:sym typeface="Space Grotesk"/>
            </a:endParaRPr>
          </a:p>
          <a:p>
            <a:pPr indent="0" lvl="0" marL="0" rtl="0" algn="l">
              <a:spcBef>
                <a:spcPts val="800"/>
              </a:spcBef>
              <a:spcAft>
                <a:spcPts val="800"/>
              </a:spcAft>
              <a:buNone/>
            </a:pPr>
            <a:r>
              <a:t/>
            </a:r>
            <a:endParaRPr>
              <a:latin typeface="Space Grotesk"/>
              <a:ea typeface="Space Grotesk"/>
              <a:cs typeface="Space Grotesk"/>
              <a:sym typeface="Space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4"/>
          <p:cNvSpPr txBox="1"/>
          <p:nvPr>
            <p:ph type="title"/>
          </p:nvPr>
        </p:nvSpPr>
        <p:spPr>
          <a:xfrm>
            <a:off x="212450" y="177900"/>
            <a:ext cx="8666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Process Optimization: </a:t>
            </a:r>
            <a:r>
              <a:rPr lang="en"/>
              <a:t>Reimbursed Anomalies</a:t>
            </a:r>
            <a:endParaRPr/>
          </a:p>
        </p:txBody>
      </p:sp>
      <p:sp>
        <p:nvSpPr>
          <p:cNvPr id="392" name="Google Shape;392;p54"/>
          <p:cNvSpPr txBox="1"/>
          <p:nvPr>
            <p:ph idx="1" type="body"/>
          </p:nvPr>
        </p:nvSpPr>
        <p:spPr>
          <a:xfrm>
            <a:off x="265050" y="1377125"/>
            <a:ext cx="8613900" cy="282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400">
                <a:latin typeface="Space Grotesk"/>
                <a:ea typeface="Space Grotesk"/>
                <a:cs typeface="Space Grotesk"/>
                <a:sym typeface="Space Grotesk"/>
              </a:rPr>
              <a:t>$5,977,500 </a:t>
            </a:r>
            <a:r>
              <a:rPr lang="en" sz="2100">
                <a:latin typeface="Space Grotesk"/>
                <a:ea typeface="Space Grotesk"/>
                <a:cs typeface="Space Grotesk"/>
                <a:sym typeface="Space Grotesk"/>
              </a:rPr>
              <a:t>												</a:t>
            </a:r>
            <a:r>
              <a:rPr lang="en" sz="2100">
                <a:solidFill>
                  <a:schemeClr val="accent2"/>
                </a:solidFill>
                <a:latin typeface="Space Grotesk"/>
                <a:ea typeface="Space Grotesk"/>
                <a:cs typeface="Space Grotesk"/>
                <a:sym typeface="Space Grotesk"/>
              </a:rPr>
              <a:t>(n = 2,791)</a:t>
            </a:r>
            <a:endParaRPr sz="2400">
              <a:latin typeface="Space Grotesk"/>
              <a:ea typeface="Space Grotesk"/>
              <a:cs typeface="Space Grotesk"/>
              <a:sym typeface="Space Grotesk"/>
            </a:endParaRPr>
          </a:p>
          <a:p>
            <a:pPr indent="0" lvl="0" marL="0" rtl="0" algn="l">
              <a:spcBef>
                <a:spcPts val="800"/>
              </a:spcBef>
              <a:spcAft>
                <a:spcPts val="0"/>
              </a:spcAft>
              <a:buNone/>
            </a:pPr>
            <a:r>
              <a:rPr lang="en" sz="2100">
                <a:latin typeface="Space Grotesk"/>
                <a:ea typeface="Space Grotesk"/>
                <a:cs typeface="Space Grotesk"/>
                <a:sym typeface="Space Grotesk"/>
              </a:rPr>
              <a:t>Amount of money spent on out-of-policy trips that, without authorization…		</a:t>
            </a:r>
            <a:endParaRPr sz="2100">
              <a:solidFill>
                <a:schemeClr val="accent2"/>
              </a:solidFill>
              <a:latin typeface="Space Grotesk"/>
              <a:ea typeface="Space Grotesk"/>
              <a:cs typeface="Space Grotesk"/>
              <a:sym typeface="Space Grotesk"/>
            </a:endParaRPr>
          </a:p>
          <a:p>
            <a:pPr indent="-361950" lvl="0" marL="457200" rtl="0" algn="l">
              <a:spcBef>
                <a:spcPts val="800"/>
              </a:spcBef>
              <a:spcAft>
                <a:spcPts val="0"/>
              </a:spcAft>
              <a:buSzPts val="2100"/>
              <a:buFont typeface="Space Grotesk"/>
              <a:buAutoNum type="arabicPeriod"/>
            </a:pPr>
            <a:r>
              <a:rPr lang="en" sz="2100">
                <a:latin typeface="Space Grotesk"/>
                <a:ea typeface="Space Grotesk"/>
                <a:cs typeface="Space Grotesk"/>
                <a:sym typeface="Space Grotesk"/>
              </a:rPr>
              <a:t>Change/miss flights</a:t>
            </a:r>
            <a:endParaRPr sz="2100">
              <a:latin typeface="Space Grotesk"/>
              <a:ea typeface="Space Grotesk"/>
              <a:cs typeface="Space Grotesk"/>
              <a:sym typeface="Space Grotesk"/>
            </a:endParaRPr>
          </a:p>
          <a:p>
            <a:pPr indent="-361950" lvl="0" marL="457200" rtl="0" algn="l">
              <a:spcBef>
                <a:spcPts val="0"/>
              </a:spcBef>
              <a:spcAft>
                <a:spcPts val="0"/>
              </a:spcAft>
              <a:buSzPts val="2100"/>
              <a:buFont typeface="Space Grotesk"/>
              <a:buAutoNum type="arabicPeriod"/>
            </a:pPr>
            <a:r>
              <a:rPr lang="en" sz="2100">
                <a:latin typeface="Space Grotesk"/>
                <a:ea typeface="Space Grotesk"/>
                <a:cs typeface="Space Grotesk"/>
                <a:sym typeface="Space Grotesk"/>
              </a:rPr>
              <a:t>Change means of transportation</a:t>
            </a:r>
            <a:endParaRPr sz="2100">
              <a:latin typeface="Space Grotesk"/>
              <a:ea typeface="Space Grotesk"/>
              <a:cs typeface="Space Grotesk"/>
              <a:sym typeface="Space Grotesk"/>
            </a:endParaRPr>
          </a:p>
          <a:p>
            <a:pPr indent="-361950" lvl="0" marL="457200" rtl="0" algn="l">
              <a:spcBef>
                <a:spcPts val="0"/>
              </a:spcBef>
              <a:spcAft>
                <a:spcPts val="0"/>
              </a:spcAft>
              <a:buSzPts val="2100"/>
              <a:buFont typeface="Space Grotesk"/>
              <a:buAutoNum type="arabicPeriod"/>
            </a:pPr>
            <a:r>
              <a:rPr lang="en" sz="2100">
                <a:latin typeface="Space Grotesk"/>
                <a:ea typeface="Space Grotesk"/>
                <a:cs typeface="Space Grotesk"/>
                <a:sym typeface="Space Grotesk"/>
              </a:rPr>
              <a:t>Change hotels</a:t>
            </a:r>
            <a:endParaRPr sz="2100">
              <a:latin typeface="Space Grotesk"/>
              <a:ea typeface="Space Grotesk"/>
              <a:cs typeface="Space Grotesk"/>
              <a:sym typeface="Space Grotesk"/>
            </a:endParaRPr>
          </a:p>
          <a:p>
            <a:pPr indent="0" lvl="0" marL="0" rtl="0" algn="l">
              <a:spcBef>
                <a:spcPts val="800"/>
              </a:spcBef>
              <a:spcAft>
                <a:spcPts val="0"/>
              </a:spcAft>
              <a:buNone/>
            </a:pPr>
            <a:r>
              <a:rPr i="1" lang="en" sz="2100">
                <a:solidFill>
                  <a:schemeClr val="accent2"/>
                </a:solidFill>
                <a:latin typeface="Space Grotesk"/>
                <a:ea typeface="Space Grotesk"/>
                <a:cs typeface="Space Grotesk"/>
                <a:sym typeface="Space Grotesk"/>
              </a:rPr>
              <a:t>A good policy to implement may be to deny reimbursement in these cases</a:t>
            </a:r>
            <a:endParaRPr i="1" sz="2100">
              <a:solidFill>
                <a:schemeClr val="accent2"/>
              </a:solidFill>
              <a:latin typeface="Space Grotesk"/>
              <a:ea typeface="Space Grotesk"/>
              <a:cs typeface="Space Grotesk"/>
              <a:sym typeface="Space Grotesk"/>
            </a:endParaRPr>
          </a:p>
          <a:p>
            <a:pPr indent="0" lvl="0" marL="457200" rtl="0" algn="l">
              <a:spcBef>
                <a:spcPts val="800"/>
              </a:spcBef>
              <a:spcAft>
                <a:spcPts val="0"/>
              </a:spcAft>
              <a:buNone/>
            </a:pPr>
            <a:r>
              <a:t/>
            </a:r>
            <a:endParaRPr sz="1200">
              <a:latin typeface="Space Grotesk"/>
              <a:ea typeface="Space Grotesk"/>
              <a:cs typeface="Space Grotesk"/>
              <a:sym typeface="Space Grotesk"/>
            </a:endParaRPr>
          </a:p>
          <a:p>
            <a:pPr indent="0" lvl="0" marL="0" rtl="0" algn="l">
              <a:spcBef>
                <a:spcPts val="800"/>
              </a:spcBef>
              <a:spcAft>
                <a:spcPts val="0"/>
              </a:spcAft>
              <a:buNone/>
            </a:pPr>
            <a:r>
              <a:t/>
            </a:r>
            <a:endParaRPr>
              <a:latin typeface="Space Grotesk"/>
              <a:ea typeface="Space Grotesk"/>
              <a:cs typeface="Space Grotesk"/>
              <a:sym typeface="Space Grotesk"/>
            </a:endParaRPr>
          </a:p>
          <a:p>
            <a:pPr indent="0" lvl="0" marL="0" rtl="0" algn="l">
              <a:spcBef>
                <a:spcPts val="800"/>
              </a:spcBef>
              <a:spcAft>
                <a:spcPts val="800"/>
              </a:spcAft>
              <a:buNone/>
            </a:pPr>
            <a:r>
              <a:t/>
            </a:r>
            <a:endParaRPr>
              <a:latin typeface="Space Grotesk"/>
              <a:ea typeface="Space Grotesk"/>
              <a:cs typeface="Space Grotesk"/>
              <a:sym typeface="Space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5"/>
          <p:cNvSpPr txBox="1"/>
          <p:nvPr>
            <p:ph type="title"/>
          </p:nvPr>
        </p:nvSpPr>
        <p:spPr>
          <a:xfrm>
            <a:off x="212450" y="177900"/>
            <a:ext cx="8666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Process Optimization</a:t>
            </a:r>
            <a:r>
              <a:rPr lang="en">
                <a:solidFill>
                  <a:schemeClr val="accent2"/>
                </a:solidFill>
              </a:rPr>
              <a:t>: </a:t>
            </a:r>
            <a:r>
              <a:rPr lang="en"/>
              <a:t>Reimbursed Anomalies</a:t>
            </a:r>
            <a:endParaRPr/>
          </a:p>
        </p:txBody>
      </p:sp>
      <p:sp>
        <p:nvSpPr>
          <p:cNvPr id="398" name="Google Shape;398;p55"/>
          <p:cNvSpPr txBox="1"/>
          <p:nvPr>
            <p:ph idx="1" type="body"/>
          </p:nvPr>
        </p:nvSpPr>
        <p:spPr>
          <a:xfrm>
            <a:off x="265050" y="1225400"/>
            <a:ext cx="8765100" cy="281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200"/>
              <a:t>4,802,659.02 kg CO2											</a:t>
            </a:r>
            <a:r>
              <a:rPr lang="en" sz="1900">
                <a:solidFill>
                  <a:schemeClr val="accent2"/>
                </a:solidFill>
              </a:rPr>
              <a:t>(n = 2,791)</a:t>
            </a:r>
            <a:endParaRPr b="1" sz="2200"/>
          </a:p>
          <a:p>
            <a:pPr indent="0" lvl="0" marL="0" rtl="0" algn="l">
              <a:spcBef>
                <a:spcPts val="800"/>
              </a:spcBef>
              <a:spcAft>
                <a:spcPts val="0"/>
              </a:spcAft>
              <a:buNone/>
            </a:pPr>
            <a:r>
              <a:rPr lang="en" sz="2000"/>
              <a:t>Emissions removed by eliminating the aforementioned cases</a:t>
            </a:r>
            <a:endParaRPr sz="2000"/>
          </a:p>
          <a:p>
            <a:pPr indent="0" lvl="0" marL="0" rtl="0" algn="l">
              <a:spcBef>
                <a:spcPts val="800"/>
              </a:spcBef>
              <a:spcAft>
                <a:spcPts val="0"/>
              </a:spcAft>
              <a:buNone/>
            </a:pPr>
            <a:r>
              <a:rPr b="1" lang="en" sz="2200"/>
              <a:t>6,869,234.49</a:t>
            </a:r>
            <a:r>
              <a:rPr b="1" lang="en" sz="2200"/>
              <a:t> kg CO2											</a:t>
            </a:r>
            <a:r>
              <a:rPr lang="en" sz="1900">
                <a:solidFill>
                  <a:schemeClr val="accent2"/>
                </a:solidFill>
              </a:rPr>
              <a:t>(n = 12,645)</a:t>
            </a:r>
            <a:endParaRPr b="1" sz="2700">
              <a:solidFill>
                <a:schemeClr val="accent2"/>
              </a:solidFill>
            </a:endParaRPr>
          </a:p>
          <a:p>
            <a:pPr indent="0" lvl="0" marL="0" rtl="0" algn="l">
              <a:spcBef>
                <a:spcPts val="800"/>
              </a:spcBef>
              <a:spcAft>
                <a:spcPts val="0"/>
              </a:spcAft>
              <a:buNone/>
            </a:pPr>
            <a:r>
              <a:rPr lang="en" sz="2000"/>
              <a:t>Emissions removed by making the </a:t>
            </a:r>
            <a:r>
              <a:rPr lang="en" sz="2000" u="sng"/>
              <a:t>remainder</a:t>
            </a:r>
            <a:r>
              <a:rPr lang="en" sz="2000"/>
              <a:t> of out-of-policy emissions operate on the average CO2 emissions of in-policy trips (Minimizing first/business class flights, etc.</a:t>
            </a:r>
            <a:r>
              <a:rPr lang="en" sz="2300"/>
              <a:t>)</a:t>
            </a:r>
            <a:endParaRPr sz="2300"/>
          </a:p>
          <a:p>
            <a:pPr indent="0" lvl="0" marL="0" rtl="0" algn="l">
              <a:spcBef>
                <a:spcPts val="800"/>
              </a:spcBef>
              <a:spcAft>
                <a:spcPts val="0"/>
              </a:spcAft>
              <a:buNone/>
            </a:pPr>
            <a:r>
              <a:t/>
            </a:r>
            <a:endParaRPr sz="1500"/>
          </a:p>
          <a:p>
            <a:pPr indent="0" lvl="0" marL="0" rtl="0" algn="l">
              <a:spcBef>
                <a:spcPts val="800"/>
              </a:spcBef>
              <a:spcAft>
                <a:spcPts val="0"/>
              </a:spcAft>
              <a:buNone/>
            </a:pPr>
            <a:r>
              <a:rPr b="1" lang="en" sz="2000"/>
              <a:t>TOTAL CO2 REDUCED:  </a:t>
            </a:r>
            <a:r>
              <a:rPr b="1" lang="en" sz="2000">
                <a:solidFill>
                  <a:schemeClr val="accent2"/>
                </a:solidFill>
              </a:rPr>
              <a:t>11,671,893.51 kg</a:t>
            </a:r>
            <a:endParaRPr b="1" sz="2000"/>
          </a:p>
          <a:p>
            <a:pPr indent="0" lvl="0" marL="0" rtl="0" algn="l">
              <a:spcBef>
                <a:spcPts val="800"/>
              </a:spcBef>
              <a:spcAft>
                <a:spcPts val="0"/>
              </a:spcAft>
              <a:buNone/>
            </a:pPr>
            <a:r>
              <a:t/>
            </a:r>
            <a:endParaRPr sz="1500"/>
          </a:p>
          <a:p>
            <a:pPr indent="0" lvl="0" marL="0" rtl="0" algn="l">
              <a:spcBef>
                <a:spcPts val="800"/>
              </a:spcBef>
              <a:spcAft>
                <a:spcPts val="0"/>
              </a:spcAft>
              <a:buNone/>
            </a:pPr>
            <a:r>
              <a:t/>
            </a:r>
            <a:endParaRPr sz="1500"/>
          </a:p>
          <a:p>
            <a:pPr indent="0" lvl="0" marL="0" rtl="0" algn="l">
              <a:spcBef>
                <a:spcPts val="800"/>
              </a:spcBef>
              <a:spcAft>
                <a:spcPts val="0"/>
              </a:spcAft>
              <a:buNone/>
            </a:pPr>
            <a:r>
              <a:t/>
            </a:r>
            <a:endParaRPr sz="1500"/>
          </a:p>
          <a:p>
            <a:pPr indent="0" lvl="0" marL="0" rtl="0" algn="l">
              <a:spcBef>
                <a:spcPts val="800"/>
              </a:spcBef>
              <a:spcAft>
                <a:spcPts val="0"/>
              </a:spcAft>
              <a:buNone/>
            </a:pPr>
            <a:r>
              <a:t/>
            </a:r>
            <a:endParaRPr b="1" sz="2000"/>
          </a:p>
          <a:p>
            <a:pPr indent="0" lvl="0" marL="0" rtl="0" algn="l">
              <a:spcBef>
                <a:spcPts val="800"/>
              </a:spcBef>
              <a:spcAft>
                <a:spcPts val="8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6"/>
          <p:cNvSpPr txBox="1"/>
          <p:nvPr>
            <p:ph type="title"/>
          </p:nvPr>
        </p:nvSpPr>
        <p:spPr>
          <a:xfrm>
            <a:off x="223525" y="360800"/>
            <a:ext cx="8672100" cy="66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Preferred vs Optimal Transport</a:t>
            </a:r>
            <a:endParaRPr/>
          </a:p>
          <a:p>
            <a:pPr indent="0" lvl="0" marL="0" rtl="0" algn="l">
              <a:spcBef>
                <a:spcPts val="0"/>
              </a:spcBef>
              <a:spcAft>
                <a:spcPts val="0"/>
              </a:spcAft>
              <a:buNone/>
            </a:pPr>
            <a:r>
              <a:rPr lang="en" sz="1800"/>
              <a:t>Objective: </a:t>
            </a:r>
            <a:r>
              <a:rPr lang="en" sz="1800"/>
              <a:t>$16.2M travel cost optimization opportunity</a:t>
            </a:r>
            <a:endParaRPr sz="1800"/>
          </a:p>
        </p:txBody>
      </p:sp>
      <p:sp>
        <p:nvSpPr>
          <p:cNvPr id="404" name="Google Shape;404;p56"/>
          <p:cNvSpPr txBox="1"/>
          <p:nvPr>
            <p:ph idx="2" type="subTitle"/>
          </p:nvPr>
        </p:nvSpPr>
        <p:spPr>
          <a:xfrm>
            <a:off x="544175" y="3998900"/>
            <a:ext cx="36249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Important note:</a:t>
            </a:r>
            <a:endParaRPr/>
          </a:p>
        </p:txBody>
      </p:sp>
      <p:sp>
        <p:nvSpPr>
          <p:cNvPr id="405" name="Google Shape;405;p56"/>
          <p:cNvSpPr txBox="1"/>
          <p:nvPr>
            <p:ph idx="3" type="subTitle"/>
          </p:nvPr>
        </p:nvSpPr>
        <p:spPr>
          <a:xfrm>
            <a:off x="513000" y="4466150"/>
            <a:ext cx="8118000" cy="554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800"/>
              <a:t>This analysis excludes net cost and carbon footprint information discovered unfunded missed trips &amp; </a:t>
            </a:r>
            <a:r>
              <a:rPr lang="en" sz="1800"/>
              <a:t>reimbursed</a:t>
            </a:r>
            <a:r>
              <a:rPr lang="en" sz="1800"/>
              <a:t> anomalies</a:t>
            </a:r>
            <a:endParaRPr sz="1800"/>
          </a:p>
        </p:txBody>
      </p:sp>
      <p:sp>
        <p:nvSpPr>
          <p:cNvPr id="406" name="Google Shape;406;p56"/>
          <p:cNvSpPr txBox="1"/>
          <p:nvPr/>
        </p:nvSpPr>
        <p:spPr>
          <a:xfrm>
            <a:off x="323700" y="1442600"/>
            <a:ext cx="8672100" cy="21396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1000"/>
              </a:spcBef>
              <a:spcAft>
                <a:spcPts val="0"/>
              </a:spcAft>
              <a:buClr>
                <a:schemeClr val="lt1"/>
              </a:buClr>
              <a:buSzPts val="2000"/>
              <a:buFont typeface="Space Grotesk"/>
              <a:buChar char="●"/>
            </a:pPr>
            <a:r>
              <a:rPr i="1" lang="en" sz="2000">
                <a:solidFill>
                  <a:schemeClr val="lt1"/>
                </a:solidFill>
                <a:latin typeface="Space Grotesk"/>
                <a:ea typeface="Space Grotesk"/>
                <a:cs typeface="Space Grotesk"/>
                <a:sym typeface="Space Grotesk"/>
              </a:rPr>
              <a:t>Problem: </a:t>
            </a:r>
            <a:r>
              <a:rPr lang="en" sz="2000">
                <a:solidFill>
                  <a:schemeClr val="lt1"/>
                </a:solidFill>
                <a:latin typeface="Space Grotesk"/>
                <a:ea typeface="Space Grotesk"/>
                <a:cs typeface="Space Grotesk"/>
                <a:sym typeface="Space Grotesk"/>
              </a:rPr>
              <a:t>Identify systematic cost </a:t>
            </a:r>
            <a:r>
              <a:rPr lang="en" sz="2000">
                <a:solidFill>
                  <a:schemeClr val="lt1"/>
                </a:solidFill>
                <a:latin typeface="Space Grotesk"/>
                <a:ea typeface="Space Grotesk"/>
                <a:cs typeface="Space Grotesk"/>
                <a:sym typeface="Space Grotesk"/>
              </a:rPr>
              <a:t>inefficiencies and their respective optimizations</a:t>
            </a:r>
            <a:r>
              <a:rPr lang="en" sz="2000">
                <a:solidFill>
                  <a:schemeClr val="lt1"/>
                </a:solidFill>
                <a:latin typeface="Space Grotesk"/>
                <a:ea typeface="Space Grotesk"/>
                <a:cs typeface="Space Grotesk"/>
                <a:sym typeface="Space Grotesk"/>
              </a:rPr>
              <a:t> </a:t>
            </a:r>
            <a:endParaRPr sz="2000">
              <a:solidFill>
                <a:schemeClr val="lt1"/>
              </a:solidFill>
              <a:latin typeface="Space Grotesk"/>
              <a:ea typeface="Space Grotesk"/>
              <a:cs typeface="Space Grotesk"/>
              <a:sym typeface="Space Grotesk"/>
            </a:endParaRPr>
          </a:p>
          <a:p>
            <a:pPr indent="-355600" lvl="0" marL="457200" rtl="0" algn="l">
              <a:lnSpc>
                <a:spcPct val="115000"/>
              </a:lnSpc>
              <a:spcBef>
                <a:spcPts val="800"/>
              </a:spcBef>
              <a:spcAft>
                <a:spcPts val="0"/>
              </a:spcAft>
              <a:buClr>
                <a:schemeClr val="lt1"/>
              </a:buClr>
              <a:buSzPts val="2000"/>
              <a:buFont typeface="Space Grotesk"/>
              <a:buChar char="●"/>
            </a:pPr>
            <a:r>
              <a:rPr i="1" lang="en" sz="2000">
                <a:solidFill>
                  <a:schemeClr val="lt1"/>
                </a:solidFill>
                <a:latin typeface="Space Grotesk"/>
                <a:ea typeface="Space Grotesk"/>
                <a:cs typeface="Space Grotesk"/>
                <a:sym typeface="Space Grotesk"/>
              </a:rPr>
              <a:t>Solution: </a:t>
            </a:r>
            <a:r>
              <a:rPr lang="en" sz="2000">
                <a:solidFill>
                  <a:schemeClr val="lt1"/>
                </a:solidFill>
                <a:latin typeface="Space Grotesk"/>
                <a:ea typeface="Space Grotesk"/>
                <a:cs typeface="Space Grotesk"/>
                <a:sym typeface="Space Grotesk"/>
              </a:rPr>
              <a:t>Algorithmic vehicle selection based on distance </a:t>
            </a:r>
            <a:r>
              <a:rPr lang="en" sz="2000">
                <a:solidFill>
                  <a:schemeClr val="lt1"/>
                </a:solidFill>
                <a:latin typeface="Space Grotesk"/>
                <a:ea typeface="Space Grotesk"/>
                <a:cs typeface="Space Grotesk"/>
                <a:sym typeface="Space Grotesk"/>
              </a:rPr>
              <a:t>thresholds exposed via simulation</a:t>
            </a:r>
            <a:endParaRPr sz="2000">
              <a:solidFill>
                <a:schemeClr val="lt1"/>
              </a:solidFill>
              <a:latin typeface="Space Grotesk"/>
              <a:ea typeface="Space Grotesk"/>
              <a:cs typeface="Space Grotesk"/>
              <a:sym typeface="Space Grotesk"/>
            </a:endParaRPr>
          </a:p>
          <a:p>
            <a:pPr indent="-355600" lvl="0" marL="457200" rtl="0" algn="l">
              <a:lnSpc>
                <a:spcPct val="115000"/>
              </a:lnSpc>
              <a:spcBef>
                <a:spcPts val="1000"/>
              </a:spcBef>
              <a:spcAft>
                <a:spcPts val="0"/>
              </a:spcAft>
              <a:buClr>
                <a:schemeClr val="lt1"/>
              </a:buClr>
              <a:buSzPts val="2000"/>
              <a:buFont typeface="Space Grotesk"/>
              <a:buChar char="●"/>
            </a:pPr>
            <a:r>
              <a:rPr i="1" lang="en" sz="2000">
                <a:solidFill>
                  <a:schemeClr val="lt1"/>
                </a:solidFill>
                <a:latin typeface="Space Grotesk"/>
                <a:ea typeface="Space Grotesk"/>
                <a:cs typeface="Space Grotesk"/>
                <a:sym typeface="Space Grotesk"/>
              </a:rPr>
              <a:t>Impact: </a:t>
            </a:r>
            <a:r>
              <a:rPr lang="en" sz="2000">
                <a:solidFill>
                  <a:schemeClr val="lt1"/>
                </a:solidFill>
                <a:latin typeface="Space Grotesk"/>
                <a:ea typeface="Space Grotesk"/>
                <a:cs typeface="Space Grotesk"/>
                <a:sym typeface="Space Grotesk"/>
              </a:rPr>
              <a:t>19,853 suboptimal trips → $16.2M annualized savings</a:t>
            </a:r>
            <a:endParaRPr sz="2000">
              <a:solidFill>
                <a:schemeClr val="lt1"/>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7"/>
          <p:cNvSpPr txBox="1"/>
          <p:nvPr>
            <p:ph type="title"/>
          </p:nvPr>
        </p:nvSpPr>
        <p:spPr>
          <a:xfrm>
            <a:off x="224675" y="360800"/>
            <a:ext cx="8768700" cy="66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Preferred vs Optimal Transport</a:t>
            </a:r>
            <a:endParaRPr/>
          </a:p>
          <a:p>
            <a:pPr indent="0" lvl="0" marL="0" rtl="0" algn="l">
              <a:spcBef>
                <a:spcPts val="0"/>
              </a:spcBef>
              <a:spcAft>
                <a:spcPts val="0"/>
              </a:spcAft>
              <a:buNone/>
            </a:pPr>
            <a:r>
              <a:rPr i="1" lang="en" sz="1800"/>
              <a:t>Approach: Identified cost leakage channels</a:t>
            </a:r>
            <a:endParaRPr i="1"/>
          </a:p>
        </p:txBody>
      </p:sp>
      <p:sp>
        <p:nvSpPr>
          <p:cNvPr id="412" name="Google Shape;412;p57"/>
          <p:cNvSpPr txBox="1"/>
          <p:nvPr/>
        </p:nvSpPr>
        <p:spPr>
          <a:xfrm>
            <a:off x="172175" y="1188825"/>
            <a:ext cx="8626500" cy="1549500"/>
          </a:xfrm>
          <a:prstGeom prst="rect">
            <a:avLst/>
          </a:prstGeom>
          <a:noFill/>
          <a:ln>
            <a:noFill/>
          </a:ln>
        </p:spPr>
        <p:txBody>
          <a:bodyPr anchorCtr="0" anchor="t" bIns="91425" lIns="91425" spcFirstLastPara="1" rIns="91425" wrap="square" tIns="91425">
            <a:spAutoFit/>
          </a:bodyPr>
          <a:lstStyle/>
          <a:p>
            <a:pPr indent="-342900" lvl="0" marL="457200" rtl="0" algn="l">
              <a:lnSpc>
                <a:spcPct val="100000"/>
              </a:lnSpc>
              <a:spcBef>
                <a:spcPts val="0"/>
              </a:spcBef>
              <a:spcAft>
                <a:spcPts val="0"/>
              </a:spcAft>
              <a:buClr>
                <a:schemeClr val="lt1"/>
              </a:buClr>
              <a:buSzPts val="1800"/>
              <a:buFont typeface="Space Grotesk"/>
              <a:buChar char="●"/>
            </a:pPr>
            <a:r>
              <a:rPr lang="en" sz="1800">
                <a:solidFill>
                  <a:schemeClr val="lt1"/>
                </a:solidFill>
                <a:latin typeface="Space Grotesk"/>
                <a:ea typeface="Space Grotesk"/>
                <a:cs typeface="Space Grotesk"/>
                <a:sym typeface="Space Grotesk"/>
              </a:rPr>
              <a:t>Asses misallocation: Premium vehicles for inefficient routes</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0"/>
              </a:spcAft>
              <a:buClr>
                <a:schemeClr val="lt1"/>
              </a:buClr>
              <a:buSzPts val="1800"/>
              <a:buFont typeface="Space Grotesk"/>
              <a:buChar char="●"/>
            </a:pPr>
            <a:r>
              <a:rPr lang="en" sz="1800">
                <a:solidFill>
                  <a:schemeClr val="lt1"/>
                </a:solidFill>
                <a:latin typeface="Space Grotesk"/>
                <a:ea typeface="Space Grotesk"/>
                <a:cs typeface="Space Grotesk"/>
                <a:sym typeface="Space Grotesk"/>
              </a:rPr>
              <a:t>Suboptimal expenditure &amp; operating expenses: Wrong transportation mode selection</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1000"/>
              </a:spcAft>
              <a:buClr>
                <a:schemeClr val="lt1"/>
              </a:buClr>
              <a:buSzPts val="1800"/>
              <a:buFont typeface="Space Grotesk"/>
              <a:buChar char="●"/>
            </a:pPr>
            <a:r>
              <a:rPr lang="en" sz="1800">
                <a:solidFill>
                  <a:schemeClr val="lt1"/>
                </a:solidFill>
                <a:latin typeface="Space Grotesk"/>
                <a:ea typeface="Space Grotesk"/>
                <a:cs typeface="Space Grotesk"/>
                <a:sym typeface="Space Grotesk"/>
              </a:rPr>
              <a:t>Lack of systemic Decision framework: Ad-hoc vehicle choices</a:t>
            </a:r>
            <a:endParaRPr sz="1800">
              <a:solidFill>
                <a:schemeClr val="lt1"/>
              </a:solidFill>
              <a:latin typeface="Space Grotesk"/>
              <a:ea typeface="Space Grotesk"/>
              <a:cs typeface="Space Grotesk"/>
              <a:sym typeface="Space Grotesk"/>
            </a:endParaRPr>
          </a:p>
        </p:txBody>
      </p:sp>
      <p:sp>
        <p:nvSpPr>
          <p:cNvPr id="413" name="Google Shape;413;p57"/>
          <p:cNvSpPr txBox="1"/>
          <p:nvPr/>
        </p:nvSpPr>
        <p:spPr>
          <a:xfrm>
            <a:off x="258750" y="2828850"/>
            <a:ext cx="8626500" cy="208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800">
                <a:solidFill>
                  <a:schemeClr val="lt1"/>
                </a:solidFill>
                <a:latin typeface="Space Grotesk"/>
                <a:ea typeface="Space Grotesk"/>
                <a:cs typeface="Space Grotesk"/>
                <a:sym typeface="Space Grotesk"/>
              </a:rPr>
              <a:t> Case Study: Hamburg-Berlin (255 km)</a:t>
            </a:r>
            <a:endParaRPr b="1"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0"/>
              </a:spcAft>
              <a:buClr>
                <a:schemeClr val="lt1"/>
              </a:buClr>
              <a:buSzPts val="1800"/>
              <a:buFont typeface="Space Grotesk"/>
              <a:buChar char="●"/>
            </a:pPr>
            <a:r>
              <a:rPr i="1" lang="en" sz="1800">
                <a:solidFill>
                  <a:schemeClr val="lt1"/>
                </a:solidFill>
                <a:latin typeface="Space Grotesk"/>
                <a:ea typeface="Space Grotesk"/>
                <a:cs typeface="Space Grotesk"/>
                <a:sym typeface="Space Grotesk"/>
              </a:rPr>
              <a:t>Current:</a:t>
            </a:r>
            <a:r>
              <a:rPr b="1" lang="en" sz="1800">
                <a:solidFill>
                  <a:schemeClr val="lt1"/>
                </a:solidFill>
                <a:latin typeface="Space Grotesk"/>
                <a:ea typeface="Space Grotesk"/>
                <a:cs typeface="Space Grotesk"/>
                <a:sym typeface="Space Grotesk"/>
              </a:rPr>
              <a:t> </a:t>
            </a:r>
            <a:r>
              <a:rPr lang="en" sz="1800">
                <a:solidFill>
                  <a:schemeClr val="lt1"/>
                </a:solidFill>
                <a:latin typeface="Space Grotesk"/>
                <a:ea typeface="Space Grotesk"/>
                <a:cs typeface="Space Grotesk"/>
                <a:sym typeface="Space Grotesk"/>
              </a:rPr>
              <a:t>BMW 3 diesel → $3,900</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0"/>
              </a:spcAft>
              <a:buClr>
                <a:schemeClr val="lt1"/>
              </a:buClr>
              <a:buSzPts val="1800"/>
              <a:buFont typeface="Space Grotesk"/>
              <a:buChar char="●"/>
            </a:pPr>
            <a:r>
              <a:rPr i="1" lang="en" sz="1800">
                <a:solidFill>
                  <a:schemeClr val="lt1"/>
                </a:solidFill>
                <a:latin typeface="Space Grotesk"/>
                <a:ea typeface="Space Grotesk"/>
                <a:cs typeface="Space Grotesk"/>
                <a:sym typeface="Space Grotesk"/>
              </a:rPr>
              <a:t>Optimal:</a:t>
            </a:r>
            <a:r>
              <a:rPr lang="en" sz="1800">
                <a:solidFill>
                  <a:schemeClr val="lt1"/>
                </a:solidFill>
                <a:latin typeface="Space Grotesk"/>
                <a:ea typeface="Space Grotesk"/>
                <a:cs typeface="Space Grotesk"/>
                <a:sym typeface="Space Grotesk"/>
              </a:rPr>
              <a:t> FIat 500 electric → $668</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0"/>
              </a:spcAft>
              <a:buClr>
                <a:schemeClr val="lt1"/>
              </a:buClr>
              <a:buSzPts val="1800"/>
              <a:buFont typeface="Space Grotesk"/>
              <a:buChar char="●"/>
            </a:pPr>
            <a:r>
              <a:rPr i="1" lang="en" sz="1800">
                <a:solidFill>
                  <a:schemeClr val="lt1"/>
                </a:solidFill>
                <a:latin typeface="Space Grotesk"/>
                <a:ea typeface="Space Grotesk"/>
                <a:cs typeface="Space Grotesk"/>
                <a:sym typeface="Space Grotesk"/>
              </a:rPr>
              <a:t>Variance:</a:t>
            </a:r>
            <a:r>
              <a:rPr lang="en" sz="1800">
                <a:solidFill>
                  <a:schemeClr val="lt1"/>
                </a:solidFill>
                <a:latin typeface="Space Grotesk"/>
                <a:ea typeface="Space Grotesk"/>
                <a:cs typeface="Space Grotesk"/>
                <a:sym typeface="Space Grotesk"/>
              </a:rPr>
              <a:t> $3,232 (83% cost inefficiency)</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1000"/>
              </a:spcAft>
              <a:buClr>
                <a:schemeClr val="lt1"/>
              </a:buClr>
              <a:buSzPts val="1800"/>
              <a:buFont typeface="Space Grotesk"/>
              <a:buChar char="●"/>
            </a:pPr>
            <a:r>
              <a:rPr i="1" lang="en" sz="1800">
                <a:solidFill>
                  <a:schemeClr val="lt1"/>
                </a:solidFill>
                <a:latin typeface="Space Grotesk"/>
                <a:ea typeface="Space Grotesk"/>
                <a:cs typeface="Space Grotesk"/>
                <a:sym typeface="Space Grotesk"/>
              </a:rPr>
              <a:t>Alpha Opportunity: </a:t>
            </a:r>
            <a:r>
              <a:rPr lang="en" sz="1800">
                <a:solidFill>
                  <a:schemeClr val="lt1"/>
                </a:solidFill>
                <a:latin typeface="Space Grotesk"/>
                <a:ea typeface="Space Grotesk"/>
                <a:cs typeface="Space Grotesk"/>
                <a:sym typeface="Space Grotesk"/>
              </a:rPr>
              <a:t>Systematic, not random (unpredictable)</a:t>
            </a:r>
            <a:endParaRPr sz="1800">
              <a:solidFill>
                <a:schemeClr val="lt1"/>
              </a:solidFill>
              <a:latin typeface="Space Grotesk"/>
              <a:ea typeface="Space Grotesk"/>
              <a:cs typeface="Space Grotesk"/>
              <a:sym typeface="Space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8"/>
          <p:cNvSpPr txBox="1"/>
          <p:nvPr>
            <p:ph type="title"/>
          </p:nvPr>
        </p:nvSpPr>
        <p:spPr>
          <a:xfrm>
            <a:off x="311550" y="360800"/>
            <a:ext cx="8662200" cy="66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Preferred vs Optimal Transport</a:t>
            </a:r>
            <a:endParaRPr/>
          </a:p>
          <a:p>
            <a:pPr indent="0" lvl="0" marL="0" rtl="0" algn="l">
              <a:spcBef>
                <a:spcPts val="0"/>
              </a:spcBef>
              <a:spcAft>
                <a:spcPts val="0"/>
              </a:spcAft>
              <a:buNone/>
            </a:pPr>
            <a:r>
              <a:rPr lang="en" sz="1800"/>
              <a:t>Results: Optimization framework</a:t>
            </a:r>
            <a:endParaRPr/>
          </a:p>
        </p:txBody>
      </p:sp>
      <p:sp>
        <p:nvSpPr>
          <p:cNvPr id="419" name="Google Shape;419;p58"/>
          <p:cNvSpPr txBox="1"/>
          <p:nvPr/>
        </p:nvSpPr>
        <p:spPr>
          <a:xfrm>
            <a:off x="311550" y="1330075"/>
            <a:ext cx="8520900" cy="146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lt1"/>
                </a:solidFill>
                <a:latin typeface="Space Grotesk"/>
                <a:ea typeface="Space Grotesk"/>
                <a:cs typeface="Space Grotesk"/>
                <a:sym typeface="Space Grotesk"/>
              </a:rPr>
              <a:t>Data pipeline:</a:t>
            </a:r>
            <a:endParaRPr b="1" sz="1800">
              <a:solidFill>
                <a:schemeClr val="lt1"/>
              </a:solidFill>
              <a:latin typeface="Space Grotesk"/>
              <a:ea typeface="Space Grotesk"/>
              <a:cs typeface="Space Grotesk"/>
              <a:sym typeface="Space Grotesk"/>
            </a:endParaRPr>
          </a:p>
          <a:p>
            <a:pPr indent="-342900" lvl="0" marL="457200" rtl="0" algn="l">
              <a:lnSpc>
                <a:spcPct val="100000"/>
              </a:lnSpc>
              <a:spcBef>
                <a:spcPts val="0"/>
              </a:spcBef>
              <a:spcAft>
                <a:spcPts val="0"/>
              </a:spcAft>
              <a:buClr>
                <a:schemeClr val="lt1"/>
              </a:buClr>
              <a:buSzPts val="1800"/>
              <a:buFont typeface="Space Grotesk"/>
              <a:buChar char="●"/>
            </a:pPr>
            <a:r>
              <a:rPr lang="en" sz="1800">
                <a:solidFill>
                  <a:schemeClr val="lt1"/>
                </a:solidFill>
                <a:latin typeface="Space Grotesk"/>
                <a:ea typeface="Space Grotesk"/>
                <a:cs typeface="Space Grotesk"/>
                <a:sym typeface="Space Grotesk"/>
              </a:rPr>
              <a:t>Monte Carlo </a:t>
            </a:r>
            <a:r>
              <a:rPr lang="en" sz="1800">
                <a:solidFill>
                  <a:schemeClr val="lt1"/>
                </a:solidFill>
                <a:latin typeface="Space Grotesk"/>
                <a:ea typeface="Space Grotesk"/>
                <a:cs typeface="Space Grotesk"/>
                <a:sym typeface="Space Grotesk"/>
              </a:rPr>
              <a:t>simulation</a:t>
            </a:r>
            <a:r>
              <a:rPr lang="en" sz="1800">
                <a:solidFill>
                  <a:schemeClr val="lt1"/>
                </a:solidFill>
                <a:latin typeface="Space Grotesk"/>
                <a:ea typeface="Space Grotesk"/>
                <a:cs typeface="Space Grotesk"/>
                <a:sym typeface="Space Grotesk"/>
              </a:rPr>
              <a:t> → Alternative scenarios</a:t>
            </a:r>
            <a:endParaRPr sz="1800">
              <a:solidFill>
                <a:schemeClr val="lt1"/>
              </a:solidFill>
              <a:latin typeface="Space Grotesk"/>
              <a:ea typeface="Space Grotesk"/>
              <a:cs typeface="Space Grotesk"/>
              <a:sym typeface="Space Grotesk"/>
            </a:endParaRPr>
          </a:p>
          <a:p>
            <a:pPr indent="-342900" lvl="0" marL="457200" rtl="0" algn="l">
              <a:lnSpc>
                <a:spcPct val="100000"/>
              </a:lnSpc>
              <a:spcBef>
                <a:spcPts val="1000"/>
              </a:spcBef>
              <a:spcAft>
                <a:spcPts val="1000"/>
              </a:spcAft>
              <a:buClr>
                <a:schemeClr val="lt1"/>
              </a:buClr>
              <a:buSzPts val="1800"/>
              <a:buFont typeface="Space Grotesk"/>
              <a:buChar char="●"/>
            </a:pPr>
            <a:r>
              <a:rPr lang="en" sz="1800">
                <a:solidFill>
                  <a:schemeClr val="lt1"/>
                </a:solidFill>
                <a:latin typeface="Space Grotesk"/>
                <a:ea typeface="Space Grotesk"/>
                <a:cs typeface="Space Grotesk"/>
                <a:sym typeface="Space Grotesk"/>
              </a:rPr>
              <a:t>Find distances between cities, identify best-fit mode of transportation in terms of reduced travel costs</a:t>
            </a:r>
            <a:endParaRPr sz="1800">
              <a:solidFill>
                <a:schemeClr val="lt1"/>
              </a:solidFill>
              <a:latin typeface="Space Grotesk"/>
              <a:ea typeface="Space Grotesk"/>
              <a:cs typeface="Space Grotesk"/>
              <a:sym typeface="Space Grotesk"/>
            </a:endParaRPr>
          </a:p>
        </p:txBody>
      </p:sp>
      <p:graphicFrame>
        <p:nvGraphicFramePr>
          <p:cNvPr id="420" name="Google Shape;420;p58"/>
          <p:cNvGraphicFramePr/>
          <p:nvPr/>
        </p:nvGraphicFramePr>
        <p:xfrm>
          <a:off x="936275" y="2918600"/>
          <a:ext cx="3000000" cy="3000000"/>
        </p:xfrm>
        <a:graphic>
          <a:graphicData uri="http://schemas.openxmlformats.org/drawingml/2006/table">
            <a:tbl>
              <a:tblPr>
                <a:noFill/>
                <a:tableStyleId>{58042598-327A-4340-976A-2420F6F524E5}</a:tableStyleId>
              </a:tblPr>
              <a:tblGrid>
                <a:gridCol w="1809750"/>
                <a:gridCol w="1809750"/>
                <a:gridCol w="1809750"/>
                <a:gridCol w="1809750"/>
              </a:tblGrid>
              <a:tr h="381000">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Distance (km)</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Total Savings</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Trip Count</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Avg. Savings</a:t>
                      </a:r>
                      <a:endParaRPr>
                        <a:solidFill>
                          <a:schemeClr val="lt1"/>
                        </a:solidFill>
                        <a:latin typeface="Space Grotesk"/>
                        <a:ea typeface="Space Grotesk"/>
                        <a:cs typeface="Space Grotesk"/>
                        <a:sym typeface="Space Grotesk"/>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300-800 </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3,895,482</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4,431</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879</a:t>
                      </a:r>
                      <a:endParaRPr>
                        <a:solidFill>
                          <a:schemeClr val="lt1"/>
                        </a:solidFill>
                        <a:latin typeface="Space Grotesk"/>
                        <a:ea typeface="Space Grotesk"/>
                        <a:cs typeface="Space Grotesk"/>
                        <a:sym typeface="Space Grotesk"/>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50-300 </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2</a:t>
                      </a:r>
                      <a:r>
                        <a:rPr lang="en">
                          <a:solidFill>
                            <a:schemeClr val="lt1"/>
                          </a:solidFill>
                          <a:latin typeface="Space Grotesk"/>
                          <a:ea typeface="Space Grotesk"/>
                          <a:cs typeface="Space Grotesk"/>
                          <a:sym typeface="Space Grotesk"/>
                        </a:rPr>
                        <a:t>70,572</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241</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1122</a:t>
                      </a:r>
                      <a:endParaRPr>
                        <a:solidFill>
                          <a:schemeClr val="lt1"/>
                        </a:solidFill>
                        <a:latin typeface="Space Grotesk"/>
                        <a:ea typeface="Space Grotesk"/>
                        <a:cs typeface="Space Grotesk"/>
                        <a:sym typeface="Space Grotesk"/>
                      </a:endParaRPr>
                    </a:p>
                  </a:txBody>
                  <a:tcPr marT="91425" marB="91425" marR="91425" marL="91425"/>
                </a:tc>
              </a:tr>
              <a:tr h="381000">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1,500-10,000</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11,989,806</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13925</a:t>
                      </a:r>
                      <a:endParaRPr>
                        <a:solidFill>
                          <a:schemeClr val="lt1"/>
                        </a:solidFill>
                        <a:latin typeface="Space Grotesk"/>
                        <a:ea typeface="Space Grotesk"/>
                        <a:cs typeface="Space Grotesk"/>
                        <a:sym typeface="Space Grotesk"/>
                      </a:endParaRPr>
                    </a:p>
                  </a:txBody>
                  <a:tcPr marT="91425" marB="91425" marR="91425" marL="91425"/>
                </a:tc>
                <a:tc>
                  <a:txBody>
                    <a:bodyPr/>
                    <a:lstStyle/>
                    <a:p>
                      <a:pPr indent="0" lvl="0" marL="0" rtl="0" algn="ctr">
                        <a:spcBef>
                          <a:spcPts val="0"/>
                        </a:spcBef>
                        <a:spcAft>
                          <a:spcPts val="0"/>
                        </a:spcAft>
                        <a:buNone/>
                      </a:pPr>
                      <a:r>
                        <a:rPr lang="en">
                          <a:solidFill>
                            <a:schemeClr val="lt1"/>
                          </a:solidFill>
                          <a:latin typeface="Space Grotesk"/>
                          <a:ea typeface="Space Grotesk"/>
                          <a:cs typeface="Space Grotesk"/>
                          <a:sym typeface="Space Grotesk"/>
                        </a:rPr>
                        <a:t>861.03</a:t>
                      </a:r>
                      <a:endParaRPr>
                        <a:solidFill>
                          <a:schemeClr val="lt1"/>
                        </a:solidFill>
                        <a:latin typeface="Space Grotesk"/>
                        <a:ea typeface="Space Grotesk"/>
                        <a:cs typeface="Space Grotesk"/>
                        <a:sym typeface="Space Grotesk"/>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9"/>
          <p:cNvSpPr txBox="1"/>
          <p:nvPr>
            <p:ph type="title"/>
          </p:nvPr>
        </p:nvSpPr>
        <p:spPr>
          <a:xfrm>
            <a:off x="212450" y="177900"/>
            <a:ext cx="57894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Total Money and CO2 Saved</a:t>
            </a:r>
            <a:endParaRPr/>
          </a:p>
        </p:txBody>
      </p:sp>
      <p:sp>
        <p:nvSpPr>
          <p:cNvPr id="426" name="Google Shape;426;p59"/>
          <p:cNvSpPr txBox="1"/>
          <p:nvPr>
            <p:ph idx="2" type="subTitle"/>
          </p:nvPr>
        </p:nvSpPr>
        <p:spPr>
          <a:xfrm>
            <a:off x="5571900" y="3313500"/>
            <a:ext cx="3343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27" name="Google Shape;427;p59"/>
          <p:cNvSpPr txBox="1"/>
          <p:nvPr>
            <p:ph idx="3" type="subTitle"/>
          </p:nvPr>
        </p:nvSpPr>
        <p:spPr>
          <a:xfrm>
            <a:off x="5571900" y="4320975"/>
            <a:ext cx="3343500" cy="15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28" name="Google Shape;428;p59" title="Screenshot 2026-01-31 112207.png"/>
          <p:cNvPicPr preferRelativeResize="0"/>
          <p:nvPr/>
        </p:nvPicPr>
        <p:blipFill>
          <a:blip r:embed="rId3">
            <a:alphaModFix/>
          </a:blip>
          <a:stretch>
            <a:fillRect/>
          </a:stretch>
        </p:blipFill>
        <p:spPr>
          <a:xfrm>
            <a:off x="4572000" y="1145950"/>
            <a:ext cx="4379301" cy="3997550"/>
          </a:xfrm>
          <a:prstGeom prst="rect">
            <a:avLst/>
          </a:prstGeom>
          <a:noFill/>
          <a:ln>
            <a:noFill/>
          </a:ln>
        </p:spPr>
      </p:pic>
      <p:pic>
        <p:nvPicPr>
          <p:cNvPr id="429" name="Google Shape;429;p59" title="Screenshot 2026-01-31 114025.png"/>
          <p:cNvPicPr preferRelativeResize="0"/>
          <p:nvPr/>
        </p:nvPicPr>
        <p:blipFill>
          <a:blip r:embed="rId4">
            <a:alphaModFix/>
          </a:blip>
          <a:stretch>
            <a:fillRect/>
          </a:stretch>
        </p:blipFill>
        <p:spPr>
          <a:xfrm>
            <a:off x="-11" y="1145951"/>
            <a:ext cx="4512461" cy="3997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0"/>
          <p:cNvSpPr txBox="1"/>
          <p:nvPr>
            <p:ph type="title"/>
          </p:nvPr>
        </p:nvSpPr>
        <p:spPr>
          <a:xfrm>
            <a:off x="212450" y="177900"/>
            <a:ext cx="7626000" cy="124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Carbon Offset: </a:t>
            </a:r>
            <a:r>
              <a:rPr lang="en"/>
              <a:t>Carbon Credits and Going Net Zero</a:t>
            </a:r>
            <a:endParaRPr/>
          </a:p>
          <a:p>
            <a:pPr indent="0" lvl="0" marL="0" rtl="0" algn="l">
              <a:spcBef>
                <a:spcPts val="0"/>
              </a:spcBef>
              <a:spcAft>
                <a:spcPts val="0"/>
              </a:spcAft>
              <a:buNone/>
            </a:pPr>
            <a:r>
              <a:t/>
            </a:r>
            <a:endParaRPr/>
          </a:p>
        </p:txBody>
      </p:sp>
      <p:sp>
        <p:nvSpPr>
          <p:cNvPr id="435" name="Google Shape;435;p60"/>
          <p:cNvSpPr txBox="1"/>
          <p:nvPr>
            <p:ph idx="1" type="body"/>
          </p:nvPr>
        </p:nvSpPr>
        <p:spPr>
          <a:xfrm>
            <a:off x="212450" y="648325"/>
            <a:ext cx="8440200" cy="353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rPr b="1" lang="en" sz="2000">
                <a:latin typeface="Space Grotesk"/>
                <a:ea typeface="Space Grotesk"/>
                <a:cs typeface="Space Grotesk"/>
                <a:sym typeface="Space Grotesk"/>
              </a:rPr>
              <a:t>What is a carbon Credit?</a:t>
            </a:r>
            <a:endParaRPr b="1"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1 credit = 1 metric ton CO2 emission</a:t>
            </a:r>
            <a:endParaRPr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Counteracts </a:t>
            </a:r>
            <a:r>
              <a:rPr lang="en" sz="2000">
                <a:latin typeface="Space Grotesk"/>
                <a:ea typeface="Space Grotesk"/>
                <a:cs typeface="Space Grotesk"/>
                <a:sym typeface="Space Grotesk"/>
              </a:rPr>
              <a:t>emissions</a:t>
            </a:r>
            <a:r>
              <a:rPr lang="en" sz="2000">
                <a:latin typeface="Space Grotesk"/>
                <a:ea typeface="Space Grotesk"/>
                <a:cs typeface="Space Grotesk"/>
                <a:sym typeface="Space Grotesk"/>
              </a:rPr>
              <a:t> through verified vendors</a:t>
            </a:r>
            <a:endParaRPr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Example: Pay X$ and third party will remove Y kg of CO2</a:t>
            </a:r>
            <a:endParaRPr sz="2000">
              <a:latin typeface="Space Grotesk"/>
              <a:ea typeface="Space Grotesk"/>
              <a:cs typeface="Space Grotesk"/>
              <a:sym typeface="Space Grotesk"/>
            </a:endParaRPr>
          </a:p>
          <a:p>
            <a:pPr indent="0" lvl="0" marL="0" rtl="0" algn="l">
              <a:spcBef>
                <a:spcPts val="800"/>
              </a:spcBef>
              <a:spcAft>
                <a:spcPts val="0"/>
              </a:spcAft>
              <a:buNone/>
            </a:pPr>
            <a:r>
              <a:rPr b="1" lang="en" sz="2000">
                <a:latin typeface="Space Grotesk"/>
                <a:ea typeface="Space Grotesk"/>
                <a:cs typeface="Space Grotesk"/>
                <a:sym typeface="Space Grotesk"/>
              </a:rPr>
              <a:t>How official is it?</a:t>
            </a:r>
            <a:endParaRPr b="1"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Verified venders follows VCS (Verified Carbon Standard)</a:t>
            </a:r>
            <a:endParaRPr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Official </a:t>
            </a:r>
            <a:r>
              <a:rPr lang="en" sz="2000">
                <a:latin typeface="Space Grotesk"/>
                <a:ea typeface="Space Grotesk"/>
                <a:cs typeface="Space Grotesk"/>
                <a:sym typeface="Space Grotesk"/>
              </a:rPr>
              <a:t>documentation</a:t>
            </a:r>
            <a:endParaRPr sz="2000">
              <a:latin typeface="Space Grotesk"/>
              <a:ea typeface="Space Grotesk"/>
              <a:cs typeface="Space Grotesk"/>
              <a:sym typeface="Space Grotesk"/>
            </a:endParaRPr>
          </a:p>
          <a:p>
            <a:pPr indent="-355600" lvl="0" marL="457200" rtl="0" algn="l">
              <a:spcBef>
                <a:spcPts val="0"/>
              </a:spcBef>
              <a:spcAft>
                <a:spcPts val="0"/>
              </a:spcAft>
              <a:buSzPts val="2000"/>
              <a:buFont typeface="Space Grotesk"/>
              <a:buChar char="●"/>
            </a:pPr>
            <a:r>
              <a:rPr lang="en" sz="2000">
                <a:latin typeface="Space Grotesk"/>
                <a:ea typeface="Space Grotesk"/>
                <a:cs typeface="Space Grotesk"/>
                <a:sym typeface="Space Grotesk"/>
              </a:rPr>
              <a:t>Gives authority to make legal and </a:t>
            </a:r>
            <a:r>
              <a:rPr lang="en" sz="2000">
                <a:latin typeface="Space Grotesk"/>
                <a:ea typeface="Space Grotesk"/>
                <a:cs typeface="Space Grotesk"/>
                <a:sym typeface="Space Grotesk"/>
              </a:rPr>
              <a:t>financial</a:t>
            </a:r>
            <a:r>
              <a:rPr lang="en" sz="2000">
                <a:latin typeface="Space Grotesk"/>
                <a:ea typeface="Space Grotesk"/>
                <a:cs typeface="Space Grotesk"/>
                <a:sym typeface="Space Grotesk"/>
              </a:rPr>
              <a:t> claims in regards to </a:t>
            </a:r>
            <a:r>
              <a:rPr lang="en" sz="2000">
                <a:latin typeface="Space Grotesk"/>
                <a:ea typeface="Space Grotesk"/>
                <a:cs typeface="Space Grotesk"/>
                <a:sym typeface="Space Grotesk"/>
              </a:rPr>
              <a:t>emissions</a:t>
            </a:r>
            <a:r>
              <a:rPr lang="en" sz="2000">
                <a:latin typeface="Space Grotesk"/>
                <a:ea typeface="Space Grotesk"/>
                <a:cs typeface="Space Grotesk"/>
                <a:sym typeface="Space Grotesk"/>
              </a:rPr>
              <a:t> </a:t>
            </a:r>
            <a:endParaRPr sz="2000">
              <a:latin typeface="Space Grotesk"/>
              <a:ea typeface="Space Grotesk"/>
              <a:cs typeface="Space Grotesk"/>
              <a:sym typeface="Space Grotesk"/>
            </a:endParaRPr>
          </a:p>
          <a:p>
            <a:pPr indent="0" lvl="0" marL="0" rtl="0" algn="l">
              <a:spcBef>
                <a:spcPts val="800"/>
              </a:spcBef>
              <a:spcAft>
                <a:spcPts val="8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idx="2" type="subTitle"/>
          </p:nvPr>
        </p:nvSpPr>
        <p:spPr>
          <a:xfrm>
            <a:off x="5571900" y="3313500"/>
            <a:ext cx="3343500" cy="277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41" name="Google Shape;441;p61"/>
          <p:cNvSpPr txBox="1"/>
          <p:nvPr>
            <p:ph idx="3" type="subTitle"/>
          </p:nvPr>
        </p:nvSpPr>
        <p:spPr>
          <a:xfrm>
            <a:off x="5571900" y="4320975"/>
            <a:ext cx="3343500" cy="15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pic>
        <p:nvPicPr>
          <p:cNvPr id="442" name="Google Shape;442;p61"/>
          <p:cNvPicPr preferRelativeResize="0"/>
          <p:nvPr/>
        </p:nvPicPr>
        <p:blipFill rotWithShape="1">
          <a:blip r:embed="rId3">
            <a:alphaModFix/>
          </a:blip>
          <a:srcRect b="48229" l="0" r="52550" t="0"/>
          <a:stretch/>
        </p:blipFill>
        <p:spPr>
          <a:xfrm>
            <a:off x="-414624" y="-342600"/>
            <a:ext cx="9558625" cy="6879976"/>
          </a:xfrm>
          <a:prstGeom prst="rect">
            <a:avLst/>
          </a:prstGeom>
          <a:noFill/>
          <a:ln>
            <a:noFill/>
          </a:ln>
        </p:spPr>
      </p:pic>
      <p:pic>
        <p:nvPicPr>
          <p:cNvPr id="443" name="Google Shape;443;p61"/>
          <p:cNvPicPr preferRelativeResize="0"/>
          <p:nvPr/>
        </p:nvPicPr>
        <p:blipFill>
          <a:blip r:embed="rId3">
            <a:alphaModFix/>
          </a:blip>
          <a:stretch>
            <a:fillRect/>
          </a:stretch>
        </p:blipFill>
        <p:spPr>
          <a:xfrm>
            <a:off x="1474238" y="387675"/>
            <a:ext cx="6195526" cy="4087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62"/>
          <p:cNvPicPr preferRelativeResize="0"/>
          <p:nvPr/>
        </p:nvPicPr>
        <p:blipFill rotWithShape="1">
          <a:blip r:embed="rId3">
            <a:alphaModFix/>
          </a:blip>
          <a:srcRect b="54808" l="0" r="83657" t="0"/>
          <a:stretch/>
        </p:blipFill>
        <p:spPr>
          <a:xfrm>
            <a:off x="-904875" y="-633775"/>
            <a:ext cx="10490925" cy="18956149"/>
          </a:xfrm>
          <a:prstGeom prst="rect">
            <a:avLst/>
          </a:prstGeom>
          <a:noFill/>
          <a:ln>
            <a:noFill/>
          </a:ln>
        </p:spPr>
      </p:pic>
      <p:pic>
        <p:nvPicPr>
          <p:cNvPr id="449" name="Google Shape;449;p62"/>
          <p:cNvPicPr preferRelativeResize="0"/>
          <p:nvPr/>
        </p:nvPicPr>
        <p:blipFill rotWithShape="1">
          <a:blip r:embed="rId3">
            <a:alphaModFix/>
          </a:blip>
          <a:srcRect b="2458" l="0" r="1108" t="0"/>
          <a:stretch/>
        </p:blipFill>
        <p:spPr>
          <a:xfrm>
            <a:off x="724386" y="240875"/>
            <a:ext cx="7232401" cy="4661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3"/>
          <p:cNvSpPr txBox="1"/>
          <p:nvPr>
            <p:ph type="title"/>
          </p:nvPr>
        </p:nvSpPr>
        <p:spPr>
          <a:xfrm>
            <a:off x="212450" y="177900"/>
            <a:ext cx="76260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Carbon Offset: </a:t>
            </a:r>
            <a:r>
              <a:rPr lang="en"/>
              <a:t>Cost Analysis</a:t>
            </a:r>
            <a:endParaRPr/>
          </a:p>
          <a:p>
            <a:pPr indent="0" lvl="0" marL="0" rtl="0" algn="l">
              <a:spcBef>
                <a:spcPts val="0"/>
              </a:spcBef>
              <a:spcAft>
                <a:spcPts val="0"/>
              </a:spcAft>
              <a:buNone/>
            </a:pPr>
            <a:r>
              <a:t/>
            </a:r>
            <a:endParaRPr/>
          </a:p>
        </p:txBody>
      </p:sp>
      <p:sp>
        <p:nvSpPr>
          <p:cNvPr id="455" name="Google Shape;455;p63"/>
          <p:cNvSpPr txBox="1"/>
          <p:nvPr>
            <p:ph idx="1" type="body"/>
          </p:nvPr>
        </p:nvSpPr>
        <p:spPr>
          <a:xfrm>
            <a:off x="152100" y="443400"/>
            <a:ext cx="8839800" cy="4256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latin typeface="Space Grotesk"/>
              <a:ea typeface="Space Grotesk"/>
              <a:cs typeface="Space Grotesk"/>
              <a:sym typeface="Space Grotesk"/>
            </a:endParaRPr>
          </a:p>
          <a:p>
            <a:pPr indent="0" lvl="0" marL="0" rtl="0" algn="l">
              <a:spcBef>
                <a:spcPts val="800"/>
              </a:spcBef>
              <a:spcAft>
                <a:spcPts val="0"/>
              </a:spcAft>
              <a:buNone/>
            </a:pPr>
            <a:r>
              <a:t/>
            </a:r>
            <a:endParaRPr sz="1400">
              <a:latin typeface="Space Grotesk"/>
              <a:ea typeface="Space Grotesk"/>
              <a:cs typeface="Space Grotesk"/>
              <a:sym typeface="Space Grotesk"/>
            </a:endParaRPr>
          </a:p>
          <a:p>
            <a:pPr indent="0" lvl="0" marL="0" rtl="0" algn="l">
              <a:spcBef>
                <a:spcPts val="800"/>
              </a:spcBef>
              <a:spcAft>
                <a:spcPts val="0"/>
              </a:spcAft>
              <a:buNone/>
            </a:pPr>
            <a:r>
              <a:rPr b="1" lang="en" sz="2400">
                <a:latin typeface="Space Grotesk"/>
                <a:ea typeface="Space Grotesk"/>
                <a:cs typeface="Space Grotesk"/>
                <a:sym typeface="Space Grotesk"/>
              </a:rPr>
              <a:t>How much does it cost to remove 1 tonne of CO2?</a:t>
            </a:r>
            <a:endParaRPr b="1" sz="2400">
              <a:latin typeface="Space Grotesk"/>
              <a:ea typeface="Space Grotesk"/>
              <a:cs typeface="Space Grotesk"/>
              <a:sym typeface="Space Grotesk"/>
            </a:endParaRPr>
          </a:p>
          <a:p>
            <a:pPr indent="-381000" lvl="0" marL="457200" rtl="0" algn="l">
              <a:spcBef>
                <a:spcPts val="800"/>
              </a:spcBef>
              <a:spcAft>
                <a:spcPts val="0"/>
              </a:spcAft>
              <a:buSzPts val="2400"/>
              <a:buFont typeface="Space Grotesk"/>
              <a:buChar char="●"/>
            </a:pPr>
            <a:r>
              <a:rPr lang="en" sz="2400">
                <a:latin typeface="Space Grotesk"/>
                <a:ea typeface="Space Grotesk"/>
                <a:cs typeface="Space Grotesk"/>
                <a:sym typeface="Space Grotesk"/>
              </a:rPr>
              <a:t>1 credit = 1 metric ton CO2 emission</a:t>
            </a:r>
            <a:endParaRPr sz="2400">
              <a:latin typeface="Space Grotesk"/>
              <a:ea typeface="Space Grotesk"/>
              <a:cs typeface="Space Grotesk"/>
              <a:sym typeface="Space Grotesk"/>
            </a:endParaRPr>
          </a:p>
          <a:p>
            <a:pPr indent="-381000" lvl="0" marL="457200" rtl="0" algn="l">
              <a:spcBef>
                <a:spcPts val="0"/>
              </a:spcBef>
              <a:spcAft>
                <a:spcPts val="0"/>
              </a:spcAft>
              <a:buSzPts val="2400"/>
              <a:buFont typeface="Space Grotesk"/>
              <a:buChar char="●"/>
            </a:pPr>
            <a:r>
              <a:rPr lang="en" sz="2400">
                <a:latin typeface="Space Grotesk"/>
                <a:ea typeface="Space Grotesk"/>
                <a:cs typeface="Space Grotesk"/>
                <a:sym typeface="Space Grotesk"/>
              </a:rPr>
              <a:t>Depends on time of year and company</a:t>
            </a:r>
            <a:endParaRPr sz="2400">
              <a:latin typeface="Space Grotesk"/>
              <a:ea typeface="Space Grotesk"/>
              <a:cs typeface="Space Grotesk"/>
              <a:sym typeface="Space Grotesk"/>
            </a:endParaRPr>
          </a:p>
          <a:p>
            <a:pPr indent="-381000" lvl="0" marL="457200" rtl="0" algn="l">
              <a:spcBef>
                <a:spcPts val="0"/>
              </a:spcBef>
              <a:spcAft>
                <a:spcPts val="0"/>
              </a:spcAft>
              <a:buSzPts val="2400"/>
              <a:buFont typeface="Space Grotesk"/>
              <a:buChar char="●"/>
            </a:pPr>
            <a:r>
              <a:rPr lang="en" sz="2400">
                <a:latin typeface="Space Grotesk"/>
                <a:ea typeface="Space Grotesk"/>
                <a:cs typeface="Space Grotesk"/>
                <a:sym typeface="Space Grotesk"/>
              </a:rPr>
              <a:t>Approximately 10 - 20 dollars per company </a:t>
            </a:r>
            <a:endParaRPr sz="2400">
              <a:latin typeface="Space Grotesk"/>
              <a:ea typeface="Space Grotesk"/>
              <a:cs typeface="Space Grotesk"/>
              <a:sym typeface="Space Grotesk"/>
            </a:endParaRPr>
          </a:p>
          <a:p>
            <a:pPr indent="0" lvl="0" marL="0" rtl="0" algn="l">
              <a:spcBef>
                <a:spcPts val="800"/>
              </a:spcBef>
              <a:spcAft>
                <a:spcPts val="0"/>
              </a:spcAft>
              <a:buNone/>
            </a:pPr>
            <a:r>
              <a:rPr b="1" lang="en" sz="2400">
                <a:latin typeface="Space Grotesk"/>
                <a:ea typeface="Space Grotesk"/>
                <a:cs typeface="Space Grotesk"/>
                <a:sym typeface="Space Grotesk"/>
              </a:rPr>
              <a:t>Specific Examples:</a:t>
            </a:r>
            <a:endParaRPr b="1" sz="2400">
              <a:latin typeface="Space Grotesk"/>
              <a:ea typeface="Space Grotesk"/>
              <a:cs typeface="Space Grotesk"/>
              <a:sym typeface="Space Grotesk"/>
            </a:endParaRPr>
          </a:p>
          <a:p>
            <a:pPr indent="-381000" lvl="0" marL="457200" rtl="0" algn="l">
              <a:spcBef>
                <a:spcPts val="800"/>
              </a:spcBef>
              <a:spcAft>
                <a:spcPts val="0"/>
              </a:spcAft>
              <a:buSzPts val="2400"/>
              <a:buFont typeface="Space Grotesk"/>
              <a:buChar char="●"/>
            </a:pPr>
            <a:r>
              <a:rPr lang="en" sz="2400" u="sng">
                <a:solidFill>
                  <a:schemeClr val="hlink"/>
                </a:solidFill>
                <a:latin typeface="Space Grotesk"/>
                <a:ea typeface="Space Grotesk"/>
                <a:cs typeface="Space Grotesk"/>
                <a:sym typeface="Space Grotesk"/>
                <a:hlinkClick r:id="rId3"/>
              </a:rPr>
              <a:t>CoolEffect.org</a:t>
            </a:r>
            <a:r>
              <a:rPr lang="en" sz="2400">
                <a:latin typeface="Space Grotesk"/>
                <a:ea typeface="Space Grotesk"/>
                <a:cs typeface="Space Grotesk"/>
                <a:sym typeface="Space Grotesk"/>
              </a:rPr>
              <a:t> lets you purchase 1 credit for $12</a:t>
            </a:r>
            <a:endParaRPr sz="2400">
              <a:latin typeface="Space Grotesk"/>
              <a:ea typeface="Space Grotesk"/>
              <a:cs typeface="Space Grotesk"/>
              <a:sym typeface="Space Grotesk"/>
            </a:endParaRPr>
          </a:p>
          <a:p>
            <a:pPr indent="-381000" lvl="0" marL="457200" rtl="0" algn="l">
              <a:spcBef>
                <a:spcPts val="0"/>
              </a:spcBef>
              <a:spcAft>
                <a:spcPts val="0"/>
              </a:spcAft>
              <a:buSzPts val="2400"/>
              <a:buFont typeface="Space Grotesk"/>
              <a:buChar char="●"/>
            </a:pPr>
            <a:r>
              <a:rPr lang="en" sz="2400" u="sng">
                <a:solidFill>
                  <a:schemeClr val="hlink"/>
                </a:solidFill>
                <a:latin typeface="Space Grotesk"/>
                <a:ea typeface="Space Grotesk"/>
                <a:cs typeface="Space Grotesk"/>
                <a:sym typeface="Space Grotesk"/>
                <a:hlinkClick r:id="rId4"/>
              </a:rPr>
              <a:t>TradeWater.co</a:t>
            </a:r>
            <a:r>
              <a:rPr lang="en" sz="2400">
                <a:latin typeface="Space Grotesk"/>
                <a:ea typeface="Space Grotesk"/>
                <a:cs typeface="Space Grotesk"/>
                <a:sym typeface="Space Grotesk"/>
              </a:rPr>
              <a:t> lets you purchase 1 credit for $21</a:t>
            </a:r>
            <a:endParaRPr sz="2400">
              <a:latin typeface="Space Grotesk"/>
              <a:ea typeface="Space Grotesk"/>
              <a:cs typeface="Space Grotesk"/>
              <a:sym typeface="Space Grotesk"/>
            </a:endParaRPr>
          </a:p>
          <a:p>
            <a:pPr indent="-381000" lvl="0" marL="457200" rtl="0" algn="l">
              <a:spcBef>
                <a:spcPts val="0"/>
              </a:spcBef>
              <a:spcAft>
                <a:spcPts val="0"/>
              </a:spcAft>
              <a:buSzPts val="2400"/>
              <a:buFont typeface="Space Grotesk"/>
              <a:buChar char="●"/>
            </a:pPr>
            <a:r>
              <a:rPr lang="en" sz="2400">
                <a:latin typeface="Space Grotesk"/>
                <a:ea typeface="Space Grotesk"/>
                <a:cs typeface="Space Grotesk"/>
                <a:sym typeface="Space Grotesk"/>
              </a:rPr>
              <a:t>Most official vendors lay within this range</a:t>
            </a:r>
            <a:endParaRPr sz="2400">
              <a:latin typeface="Space Grotesk"/>
              <a:ea typeface="Space Grotesk"/>
              <a:cs typeface="Space Grotesk"/>
              <a:sym typeface="Space Grotesk"/>
            </a:endParaRPr>
          </a:p>
          <a:p>
            <a:pPr indent="0" lvl="0" marL="0" rtl="0" algn="l">
              <a:spcBef>
                <a:spcPts val="800"/>
              </a:spcBef>
              <a:spcAft>
                <a:spcPts val="800"/>
              </a:spcAft>
              <a:buNone/>
            </a:pPr>
            <a:r>
              <a:t/>
            </a:r>
            <a:endParaRPr>
              <a:latin typeface="Space Grotesk"/>
              <a:ea typeface="Space Grotesk"/>
              <a:cs typeface="Space Grotesk"/>
              <a:sym typeface="Space Grotes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4"/>
          <p:cNvSpPr txBox="1"/>
          <p:nvPr>
            <p:ph type="title"/>
          </p:nvPr>
        </p:nvSpPr>
        <p:spPr>
          <a:xfrm>
            <a:off x="212450" y="177900"/>
            <a:ext cx="7626000" cy="831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Carbon Offset: </a:t>
            </a:r>
            <a:r>
              <a:rPr lang="en"/>
              <a:t>Cost Analysis</a:t>
            </a:r>
            <a:endParaRPr/>
          </a:p>
          <a:p>
            <a:pPr indent="0" lvl="0" marL="0" rtl="0" algn="l">
              <a:spcBef>
                <a:spcPts val="0"/>
              </a:spcBef>
              <a:spcAft>
                <a:spcPts val="0"/>
              </a:spcAft>
              <a:buNone/>
            </a:pPr>
            <a:r>
              <a:t/>
            </a:r>
            <a:endParaRPr/>
          </a:p>
        </p:txBody>
      </p:sp>
      <p:sp>
        <p:nvSpPr>
          <p:cNvPr id="461" name="Google Shape;461;p64"/>
          <p:cNvSpPr txBox="1"/>
          <p:nvPr>
            <p:ph idx="1" type="body"/>
          </p:nvPr>
        </p:nvSpPr>
        <p:spPr>
          <a:xfrm>
            <a:off x="90700" y="177900"/>
            <a:ext cx="9053400" cy="2393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latin typeface="Space Grotesk"/>
              <a:ea typeface="Space Grotesk"/>
              <a:cs typeface="Space Grotesk"/>
              <a:sym typeface="Space Grotesk"/>
            </a:endParaRPr>
          </a:p>
          <a:p>
            <a:pPr indent="0" lvl="0" marL="0" rtl="0" algn="l">
              <a:spcBef>
                <a:spcPts val="800"/>
              </a:spcBef>
              <a:spcAft>
                <a:spcPts val="0"/>
              </a:spcAft>
              <a:buNone/>
            </a:pPr>
            <a:r>
              <a:t/>
            </a:r>
            <a:endParaRPr>
              <a:latin typeface="Space Grotesk"/>
              <a:ea typeface="Space Grotesk"/>
              <a:cs typeface="Space Grotesk"/>
              <a:sym typeface="Space Grotesk"/>
            </a:endParaRPr>
          </a:p>
          <a:p>
            <a:pPr indent="0" lvl="0" marL="0" rtl="0" algn="l">
              <a:spcBef>
                <a:spcPts val="800"/>
              </a:spcBef>
              <a:spcAft>
                <a:spcPts val="0"/>
              </a:spcAft>
              <a:buNone/>
            </a:pPr>
            <a:r>
              <a:rPr b="1" lang="en" sz="1900">
                <a:latin typeface="Space Grotesk"/>
                <a:ea typeface="Space Grotesk"/>
                <a:cs typeface="Space Grotesk"/>
                <a:sym typeface="Space Grotesk"/>
              </a:rPr>
              <a:t>By using the price of a carbon credit set at $12:</a:t>
            </a:r>
            <a:endParaRPr b="1" sz="1900">
              <a:latin typeface="Space Grotesk"/>
              <a:ea typeface="Space Grotesk"/>
              <a:cs typeface="Space Grotesk"/>
              <a:sym typeface="Space Grotesk"/>
            </a:endParaRPr>
          </a:p>
          <a:p>
            <a:pPr indent="-349250" lvl="0" marL="457200" rtl="0" algn="l">
              <a:spcBef>
                <a:spcPts val="800"/>
              </a:spcBef>
              <a:spcAft>
                <a:spcPts val="0"/>
              </a:spcAft>
              <a:buSzPts val="1900"/>
              <a:buFont typeface="Space Grotesk"/>
              <a:buChar char="●"/>
            </a:pPr>
            <a:r>
              <a:rPr lang="en" sz="1900">
                <a:latin typeface="Space Grotesk"/>
                <a:ea typeface="Space Grotesk"/>
                <a:cs typeface="Space Grotesk"/>
                <a:sym typeface="Space Grotesk"/>
              </a:rPr>
              <a:t>Makes price to remove carbon 83.3kg/$</a:t>
            </a:r>
            <a:endParaRPr sz="1900">
              <a:latin typeface="Space Grotesk"/>
              <a:ea typeface="Space Grotesk"/>
              <a:cs typeface="Space Grotesk"/>
              <a:sym typeface="Space Grotesk"/>
            </a:endParaRPr>
          </a:p>
          <a:p>
            <a:pPr indent="-349250" lvl="0" marL="457200" rtl="0" algn="l">
              <a:spcBef>
                <a:spcPts val="0"/>
              </a:spcBef>
              <a:spcAft>
                <a:spcPts val="0"/>
              </a:spcAft>
              <a:buSzPts val="1900"/>
              <a:buFont typeface="Space Grotesk"/>
              <a:buChar char="●"/>
            </a:pPr>
            <a:r>
              <a:rPr lang="en" sz="1900">
                <a:latin typeface="Space Grotesk"/>
                <a:ea typeface="Space Grotesk"/>
                <a:cs typeface="Space Grotesk"/>
                <a:sym typeface="Space Grotesk"/>
              </a:rPr>
              <a:t>Remaining carbon </a:t>
            </a:r>
            <a:r>
              <a:rPr lang="en" sz="1900">
                <a:latin typeface="Space Grotesk"/>
                <a:ea typeface="Space Grotesk"/>
                <a:cs typeface="Space Grotesk"/>
                <a:sym typeface="Space Grotesk"/>
              </a:rPr>
              <a:t>emissions</a:t>
            </a:r>
            <a:r>
              <a:rPr lang="en" sz="1900">
                <a:latin typeface="Space Grotesk"/>
                <a:ea typeface="Space Grotesk"/>
                <a:cs typeface="Space Grotesk"/>
                <a:sym typeface="Space Grotesk"/>
              </a:rPr>
              <a:t> total to 98.8 million kg</a:t>
            </a:r>
            <a:endParaRPr sz="1900">
              <a:latin typeface="Space Grotesk"/>
              <a:ea typeface="Space Grotesk"/>
              <a:cs typeface="Space Grotesk"/>
              <a:sym typeface="Space Grotesk"/>
            </a:endParaRPr>
          </a:p>
          <a:p>
            <a:pPr indent="-349250" lvl="0" marL="457200" rtl="0" algn="l">
              <a:spcBef>
                <a:spcPts val="0"/>
              </a:spcBef>
              <a:spcAft>
                <a:spcPts val="0"/>
              </a:spcAft>
              <a:buSzPts val="1900"/>
              <a:buFont typeface="Space Grotesk"/>
              <a:buChar char="●"/>
            </a:pPr>
            <a:r>
              <a:rPr lang="en" sz="1900">
                <a:latin typeface="Space Grotesk"/>
                <a:ea typeface="Space Grotesk"/>
                <a:cs typeface="Space Grotesk"/>
                <a:sym typeface="Space Grotesk"/>
              </a:rPr>
              <a:t>It would cost 1.186 million $ to </a:t>
            </a:r>
            <a:r>
              <a:rPr lang="en" sz="1900">
                <a:latin typeface="Space Grotesk"/>
                <a:ea typeface="Space Grotesk"/>
                <a:cs typeface="Space Grotesk"/>
                <a:sym typeface="Space Grotesk"/>
              </a:rPr>
              <a:t>completely</a:t>
            </a:r>
            <a:r>
              <a:rPr lang="en" sz="1900">
                <a:latin typeface="Space Grotesk"/>
                <a:ea typeface="Space Grotesk"/>
                <a:cs typeface="Space Grotesk"/>
                <a:sym typeface="Space Grotesk"/>
              </a:rPr>
              <a:t> offset the remaining emissions</a:t>
            </a:r>
            <a:endParaRPr sz="1900">
              <a:latin typeface="Space Grotesk"/>
              <a:ea typeface="Space Grotesk"/>
              <a:cs typeface="Space Grotesk"/>
              <a:sym typeface="Space Grotesk"/>
            </a:endParaRPr>
          </a:p>
          <a:p>
            <a:pPr indent="-349250" lvl="0" marL="457200" rtl="0" algn="l">
              <a:spcBef>
                <a:spcPts val="0"/>
              </a:spcBef>
              <a:spcAft>
                <a:spcPts val="0"/>
              </a:spcAft>
              <a:buSzPts val="1900"/>
              <a:buFont typeface="Space Grotesk"/>
              <a:buChar char="●"/>
            </a:pPr>
            <a:r>
              <a:rPr lang="en" sz="1900">
                <a:latin typeface="Space Grotesk"/>
                <a:ea typeface="Space Grotesk"/>
                <a:cs typeface="Space Grotesk"/>
                <a:sym typeface="Space Grotesk"/>
              </a:rPr>
              <a:t>That’s only 0.63% of the original travel costs!</a:t>
            </a:r>
            <a:endParaRPr sz="1900">
              <a:latin typeface="Space Grotesk"/>
              <a:ea typeface="Space Grotesk"/>
              <a:cs typeface="Space Grotesk"/>
              <a:sym typeface="Space Grotesk"/>
            </a:endParaRPr>
          </a:p>
          <a:p>
            <a:pPr indent="0" lvl="0" marL="457200" rtl="0" algn="l">
              <a:spcBef>
                <a:spcPts val="800"/>
              </a:spcBef>
              <a:spcAft>
                <a:spcPts val="0"/>
              </a:spcAft>
              <a:buNone/>
            </a:pPr>
            <a:r>
              <a:t/>
            </a:r>
            <a:endParaRPr sz="1600">
              <a:latin typeface="Space Grotesk"/>
              <a:ea typeface="Space Grotesk"/>
              <a:cs typeface="Space Grotesk"/>
              <a:sym typeface="Space Grotesk"/>
            </a:endParaRPr>
          </a:p>
          <a:p>
            <a:pPr indent="0" lvl="0" marL="457200" rtl="0" algn="l">
              <a:spcBef>
                <a:spcPts val="800"/>
              </a:spcBef>
              <a:spcAft>
                <a:spcPts val="0"/>
              </a:spcAft>
              <a:buNone/>
            </a:pPr>
            <a:r>
              <a:rPr lang="en" sz="1600">
                <a:latin typeface="Space Grotesk"/>
                <a:ea typeface="Space Grotesk"/>
                <a:cs typeface="Space Grotesk"/>
                <a:sym typeface="Space Grotesk"/>
              </a:rPr>
              <a:t> </a:t>
            </a:r>
            <a:endParaRPr sz="1600">
              <a:latin typeface="Space Grotesk"/>
              <a:ea typeface="Space Grotesk"/>
              <a:cs typeface="Space Grotesk"/>
              <a:sym typeface="Space Grotesk"/>
            </a:endParaRPr>
          </a:p>
          <a:p>
            <a:pPr indent="0" lvl="0" marL="0" rtl="0" algn="l">
              <a:spcBef>
                <a:spcPts val="800"/>
              </a:spcBef>
              <a:spcAft>
                <a:spcPts val="800"/>
              </a:spcAft>
              <a:buNone/>
            </a:pPr>
            <a:r>
              <a:t/>
            </a:r>
            <a:endParaRPr>
              <a:latin typeface="Space Grotesk"/>
              <a:ea typeface="Space Grotesk"/>
              <a:cs typeface="Space Grotesk"/>
              <a:sym typeface="Space Grotesk"/>
            </a:endParaRPr>
          </a:p>
        </p:txBody>
      </p:sp>
      <p:pic>
        <p:nvPicPr>
          <p:cNvPr id="462" name="Google Shape;462;p64"/>
          <p:cNvPicPr preferRelativeResize="0"/>
          <p:nvPr/>
        </p:nvPicPr>
        <p:blipFill rotWithShape="1">
          <a:blip r:embed="rId3">
            <a:alphaModFix/>
          </a:blip>
          <a:srcRect b="6797" l="0" r="0" t="20428"/>
          <a:stretch/>
        </p:blipFill>
        <p:spPr>
          <a:xfrm>
            <a:off x="945925" y="3095625"/>
            <a:ext cx="7252150" cy="1828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5"/>
          <p:cNvSpPr txBox="1"/>
          <p:nvPr>
            <p:ph type="title"/>
          </p:nvPr>
        </p:nvSpPr>
        <p:spPr>
          <a:xfrm>
            <a:off x="212450" y="177900"/>
            <a:ext cx="86562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Carbon Offset: </a:t>
            </a:r>
            <a:r>
              <a:rPr lang="en"/>
              <a:t>Legal and Company Benefits</a:t>
            </a:r>
            <a:endParaRPr/>
          </a:p>
        </p:txBody>
      </p:sp>
      <p:sp>
        <p:nvSpPr>
          <p:cNvPr id="468" name="Google Shape;468;p65"/>
          <p:cNvSpPr txBox="1"/>
          <p:nvPr>
            <p:ph idx="1" type="body"/>
          </p:nvPr>
        </p:nvSpPr>
        <p:spPr>
          <a:xfrm>
            <a:off x="212450" y="953431"/>
            <a:ext cx="8750700" cy="4001400"/>
          </a:xfrm>
          <a:prstGeom prst="rect">
            <a:avLst/>
          </a:prstGeom>
        </p:spPr>
        <p:txBody>
          <a:bodyPr anchorCtr="0" anchor="t" bIns="0" lIns="0" spcFirstLastPara="1" rIns="0" wrap="square" tIns="0">
            <a:noAutofit/>
          </a:bodyPr>
          <a:lstStyle/>
          <a:p>
            <a:pPr indent="-387350" lvl="0" marL="457200" rtl="0" algn="l">
              <a:spcBef>
                <a:spcPts val="1200"/>
              </a:spcBef>
              <a:spcAft>
                <a:spcPts val="0"/>
              </a:spcAft>
              <a:buSzPts val="2500"/>
              <a:buChar char="●"/>
            </a:pPr>
            <a:r>
              <a:rPr lang="en" sz="2500"/>
              <a:t>Even without direct emissions, the organization remains subject to carbon taxation</a:t>
            </a:r>
            <a:endParaRPr sz="2500"/>
          </a:p>
          <a:p>
            <a:pPr indent="-387350" lvl="0" marL="457200" rtl="0" algn="l">
              <a:spcBef>
                <a:spcPts val="1000"/>
              </a:spcBef>
              <a:spcAft>
                <a:spcPts val="0"/>
              </a:spcAft>
              <a:buSzPts val="2500"/>
              <a:buChar char="●"/>
            </a:pPr>
            <a:r>
              <a:rPr lang="en" sz="2500"/>
              <a:t>Most company emissions fall under Scope 3, covering indirect value chain emissions</a:t>
            </a:r>
            <a:endParaRPr sz="2500"/>
          </a:p>
          <a:p>
            <a:pPr indent="-387350" lvl="0" marL="457200" rtl="0" algn="l">
              <a:spcBef>
                <a:spcPts val="1200"/>
              </a:spcBef>
              <a:spcAft>
                <a:spcPts val="0"/>
              </a:spcAft>
              <a:buSzPts val="2500"/>
              <a:buChar char="●"/>
            </a:pPr>
            <a:r>
              <a:rPr lang="en" sz="2500"/>
              <a:t>Scope 3 includes suppliers, transportation, and employee commuting</a:t>
            </a:r>
            <a:br>
              <a:rPr lang="en" sz="2500"/>
            </a:br>
            <a:r>
              <a:rPr lang="en" sz="2500"/>
              <a:t>Offsetting Scope 3 emissions is essential to achieving net zero and reducing financial risk</a:t>
            </a:r>
            <a:endParaRPr sz="2500"/>
          </a:p>
          <a:p>
            <a:pPr indent="0" lvl="0" marL="457200" rtl="0" algn="l">
              <a:spcBef>
                <a:spcPts val="1200"/>
              </a:spcBef>
              <a:spcAft>
                <a:spcPts val="1200"/>
              </a:spcAft>
              <a:buNone/>
            </a:pPr>
            <a:r>
              <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6"/>
          <p:cNvSpPr txBox="1"/>
          <p:nvPr>
            <p:ph type="title"/>
          </p:nvPr>
        </p:nvSpPr>
        <p:spPr>
          <a:xfrm>
            <a:off x="256106" y="287800"/>
            <a:ext cx="8469000" cy="124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Carbon Offset: </a:t>
            </a:r>
            <a:r>
              <a:rPr lang="en"/>
              <a:t>Legal and Company Benefits + green ROI</a:t>
            </a:r>
            <a:endParaRPr/>
          </a:p>
          <a:p>
            <a:pPr indent="0" lvl="0" marL="0" rtl="0" algn="l">
              <a:spcBef>
                <a:spcPts val="0"/>
              </a:spcBef>
              <a:spcAft>
                <a:spcPts val="0"/>
              </a:spcAft>
              <a:buNone/>
            </a:pPr>
            <a:r>
              <a:t/>
            </a:r>
            <a:endParaRPr/>
          </a:p>
        </p:txBody>
      </p:sp>
      <p:sp>
        <p:nvSpPr>
          <p:cNvPr id="474" name="Google Shape;474;p66"/>
          <p:cNvSpPr txBox="1"/>
          <p:nvPr>
            <p:ph idx="1" type="body"/>
          </p:nvPr>
        </p:nvSpPr>
        <p:spPr>
          <a:xfrm>
            <a:off x="337500" y="1337175"/>
            <a:ext cx="8469000" cy="30408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 sz="2000">
                <a:latin typeface="Space Grotesk"/>
                <a:ea typeface="Space Grotesk"/>
                <a:cs typeface="Space Grotesk"/>
                <a:sym typeface="Space Grotesk"/>
              </a:rPr>
              <a:t>ESG Overview</a:t>
            </a:r>
            <a:endParaRPr sz="2000">
              <a:latin typeface="Space Grotesk"/>
              <a:ea typeface="Space Grotesk"/>
              <a:cs typeface="Space Grotesk"/>
              <a:sym typeface="Space Grotesk"/>
            </a:endParaRPr>
          </a:p>
          <a:p>
            <a:pPr indent="-355600" lvl="0" marL="457200" rtl="0" algn="l">
              <a:lnSpc>
                <a:spcPct val="100000"/>
              </a:lnSpc>
              <a:spcBef>
                <a:spcPts val="0"/>
              </a:spcBef>
              <a:spcAft>
                <a:spcPts val="0"/>
              </a:spcAft>
              <a:buSzPts val="2000"/>
              <a:buFont typeface="Space Grotesk"/>
              <a:buChar char="●"/>
            </a:pPr>
            <a:r>
              <a:rPr lang="en" sz="2000">
                <a:latin typeface="Space Grotesk"/>
                <a:ea typeface="Space Grotesk"/>
                <a:cs typeface="Space Grotesk"/>
                <a:sym typeface="Space Grotesk"/>
              </a:rPr>
              <a:t>Measures environmental, social, and governance performance beyond financials</a:t>
            </a:r>
            <a:endParaRPr sz="2000">
              <a:latin typeface="Space Grotesk"/>
              <a:ea typeface="Space Grotesk"/>
              <a:cs typeface="Space Grotesk"/>
              <a:sym typeface="Space Grotesk"/>
            </a:endParaRPr>
          </a:p>
          <a:p>
            <a:pPr indent="-355600" lvl="0" marL="457200" rtl="0" algn="l">
              <a:lnSpc>
                <a:spcPct val="100000"/>
              </a:lnSpc>
              <a:spcBef>
                <a:spcPts val="1000"/>
              </a:spcBef>
              <a:spcAft>
                <a:spcPts val="0"/>
              </a:spcAft>
              <a:buSzPts val="2000"/>
              <a:buFont typeface="Space Grotesk"/>
              <a:buChar char="●"/>
            </a:pPr>
            <a:r>
              <a:rPr lang="en" sz="2000">
                <a:latin typeface="Space Grotesk"/>
                <a:ea typeface="Space Grotesk"/>
                <a:cs typeface="Space Grotesk"/>
                <a:sym typeface="Space Grotesk"/>
              </a:rPr>
              <a:t>Critical for risk management, investor confidence, and long-term sustainability</a:t>
            </a:r>
            <a:br>
              <a:rPr lang="en" sz="2000">
                <a:latin typeface="Space Grotesk"/>
                <a:ea typeface="Space Grotesk"/>
                <a:cs typeface="Space Grotesk"/>
                <a:sym typeface="Space Grotesk"/>
              </a:rPr>
            </a:br>
            <a:r>
              <a:rPr lang="en" sz="2000">
                <a:latin typeface="Space Grotesk"/>
                <a:ea typeface="Space Grotesk"/>
                <a:cs typeface="Space Grotesk"/>
                <a:sym typeface="Space Grotesk"/>
              </a:rPr>
              <a:t>Carbon Offsets and Green ROI</a:t>
            </a:r>
            <a:endParaRPr sz="2000">
              <a:latin typeface="Space Grotesk"/>
              <a:ea typeface="Space Grotesk"/>
              <a:cs typeface="Space Grotesk"/>
              <a:sym typeface="Space Grotesk"/>
            </a:endParaRPr>
          </a:p>
          <a:p>
            <a:pPr indent="-355600" lvl="0" marL="457200" rtl="0" algn="l">
              <a:lnSpc>
                <a:spcPct val="100000"/>
              </a:lnSpc>
              <a:spcBef>
                <a:spcPts val="1000"/>
              </a:spcBef>
              <a:spcAft>
                <a:spcPts val="0"/>
              </a:spcAft>
              <a:buSzPts val="2000"/>
              <a:buFont typeface="Space Grotesk"/>
              <a:buChar char="●"/>
            </a:pPr>
            <a:r>
              <a:rPr lang="en" sz="2000">
                <a:latin typeface="Space Grotesk"/>
                <a:ea typeface="Space Grotesk"/>
                <a:cs typeface="Space Grotesk"/>
                <a:sym typeface="Space Grotesk"/>
              </a:rPr>
              <a:t>Enhance brand reputation, customer loyalty, and investor appeal</a:t>
            </a:r>
            <a:endParaRPr sz="2000">
              <a:latin typeface="Space Grotesk"/>
              <a:ea typeface="Space Grotesk"/>
              <a:cs typeface="Space Grotesk"/>
              <a:sym typeface="Space Grotesk"/>
            </a:endParaRPr>
          </a:p>
          <a:p>
            <a:pPr indent="-355600" lvl="0" marL="457200" rtl="0" algn="l">
              <a:lnSpc>
                <a:spcPct val="100000"/>
              </a:lnSpc>
              <a:spcBef>
                <a:spcPts val="1200"/>
              </a:spcBef>
              <a:spcAft>
                <a:spcPts val="0"/>
              </a:spcAft>
              <a:buSzPts val="2000"/>
              <a:buFont typeface="Space Grotesk"/>
              <a:buChar char="●"/>
            </a:pPr>
            <a:r>
              <a:rPr lang="en" sz="2000">
                <a:latin typeface="Space Grotesk"/>
                <a:ea typeface="Space Grotesk"/>
                <a:cs typeface="Space Grotesk"/>
                <a:sym typeface="Space Grotesk"/>
              </a:rPr>
              <a:t>Support compliance while improving efficiency and CSR outcomes</a:t>
            </a:r>
            <a:endParaRPr sz="2000">
              <a:latin typeface="Space Grotesk"/>
              <a:ea typeface="Space Grotesk"/>
              <a:cs typeface="Space Grotesk"/>
              <a:sym typeface="Space Grotesk"/>
            </a:endParaRPr>
          </a:p>
          <a:p>
            <a:pPr indent="0" lvl="0" marL="457200" rtl="0" algn="l">
              <a:spcBef>
                <a:spcPts val="1000"/>
              </a:spcBef>
              <a:spcAft>
                <a:spcPts val="800"/>
              </a:spcAft>
              <a:buNone/>
            </a:pPr>
            <a:r>
              <a:t/>
            </a:r>
            <a:endParaRPr sz="3300">
              <a:latin typeface="Space Grotesk"/>
              <a:ea typeface="Space Grotesk"/>
              <a:cs typeface="Space Grotesk"/>
              <a:sym typeface="Space Grotes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7"/>
          <p:cNvSpPr txBox="1"/>
          <p:nvPr>
            <p:ph type="title"/>
          </p:nvPr>
        </p:nvSpPr>
        <p:spPr>
          <a:xfrm>
            <a:off x="523850" y="269475"/>
            <a:ext cx="90846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Last min book and </a:t>
            </a:r>
            <a:r>
              <a:rPr lang="en"/>
              <a:t>potential</a:t>
            </a:r>
            <a:r>
              <a:rPr lang="en"/>
              <a:t> saving</a:t>
            </a:r>
            <a:endParaRPr/>
          </a:p>
        </p:txBody>
      </p:sp>
      <p:sp>
        <p:nvSpPr>
          <p:cNvPr id="480" name="Google Shape;480;p67"/>
          <p:cNvSpPr txBox="1"/>
          <p:nvPr>
            <p:ph idx="1" type="body"/>
          </p:nvPr>
        </p:nvSpPr>
        <p:spPr>
          <a:xfrm>
            <a:off x="334050" y="852425"/>
            <a:ext cx="4894500" cy="2069700"/>
          </a:xfrm>
          <a:prstGeom prst="rect">
            <a:avLst/>
          </a:prstGeom>
        </p:spPr>
        <p:txBody>
          <a:bodyPr anchorCtr="0" anchor="t" bIns="0" lIns="0" spcFirstLastPara="1" rIns="0" wrap="square" tIns="0">
            <a:noAutofit/>
          </a:bodyPr>
          <a:lstStyle/>
          <a:p>
            <a:pPr indent="-349250" lvl="0" marL="457200" rtl="0" algn="l">
              <a:lnSpc>
                <a:spcPct val="100000"/>
              </a:lnSpc>
              <a:spcBef>
                <a:spcPts val="0"/>
              </a:spcBef>
              <a:spcAft>
                <a:spcPts val="0"/>
              </a:spcAft>
              <a:buSzPts val="1900"/>
              <a:buFont typeface="Arial"/>
              <a:buChar char="●"/>
            </a:pPr>
            <a:r>
              <a:rPr lang="en" sz="1900">
                <a:latin typeface="Arial"/>
                <a:ea typeface="Arial"/>
                <a:cs typeface="Arial"/>
                <a:sym typeface="Arial"/>
              </a:rPr>
              <a:t> Change last minute booking to 7 - 14 days. </a:t>
            </a:r>
            <a:endParaRPr sz="1900">
              <a:latin typeface="Arial"/>
              <a:ea typeface="Arial"/>
              <a:cs typeface="Arial"/>
              <a:sym typeface="Arial"/>
            </a:endParaRPr>
          </a:p>
          <a:p>
            <a:pPr indent="-349250" lvl="0" marL="457200" rtl="0" algn="l">
              <a:lnSpc>
                <a:spcPct val="100000"/>
              </a:lnSpc>
              <a:spcBef>
                <a:spcPts val="1000"/>
              </a:spcBef>
              <a:spcAft>
                <a:spcPts val="0"/>
              </a:spcAft>
              <a:buSzPts val="1900"/>
              <a:buFont typeface="Arial"/>
              <a:buChar char="●"/>
            </a:pPr>
            <a:r>
              <a:rPr lang="en" sz="1900">
                <a:latin typeface="Arial"/>
                <a:ea typeface="Arial"/>
                <a:cs typeface="Arial"/>
                <a:sym typeface="Arial"/>
              </a:rPr>
              <a:t> Avoid  same-day seats. “walk-up" fares</a:t>
            </a:r>
            <a:endParaRPr sz="1900">
              <a:latin typeface="Arial"/>
              <a:ea typeface="Arial"/>
              <a:cs typeface="Arial"/>
              <a:sym typeface="Arial"/>
            </a:endParaRPr>
          </a:p>
          <a:p>
            <a:pPr indent="-349250" lvl="0" marL="457200" rtl="0" algn="l">
              <a:lnSpc>
                <a:spcPct val="100000"/>
              </a:lnSpc>
              <a:spcBef>
                <a:spcPts val="1000"/>
              </a:spcBef>
              <a:spcAft>
                <a:spcPts val="0"/>
              </a:spcAft>
              <a:buSzPts val="1900"/>
              <a:buFont typeface="Arial"/>
              <a:buChar char="●"/>
            </a:pPr>
            <a:r>
              <a:rPr lang="en" sz="1900">
                <a:latin typeface="Arial"/>
                <a:ea typeface="Arial"/>
                <a:cs typeface="Arial"/>
                <a:sym typeface="Arial"/>
              </a:rPr>
              <a:t>Here is what you could save on that $116M spend on last min booking.(1 - 6 hours).</a:t>
            </a:r>
            <a:endParaRPr sz="1900">
              <a:latin typeface="Arial"/>
              <a:ea typeface="Arial"/>
              <a:cs typeface="Arial"/>
              <a:sym typeface="Arial"/>
            </a:endParaRPr>
          </a:p>
          <a:p>
            <a:pPr indent="0" lvl="0" marL="0" rtl="0" algn="l">
              <a:spcBef>
                <a:spcPts val="1000"/>
              </a:spcBef>
              <a:spcAft>
                <a:spcPts val="0"/>
              </a:spcAft>
              <a:buNone/>
            </a:pPr>
            <a:r>
              <a:t/>
            </a:r>
            <a:endParaRPr sz="1450">
              <a:solidFill>
                <a:srgbClr val="000000"/>
              </a:solidFill>
              <a:latin typeface="Arial"/>
              <a:ea typeface="Arial"/>
              <a:cs typeface="Arial"/>
              <a:sym typeface="Arial"/>
            </a:endParaRPr>
          </a:p>
          <a:p>
            <a:pPr indent="0" lvl="0" marL="0" rtl="0" algn="l">
              <a:spcBef>
                <a:spcPts val="0"/>
              </a:spcBef>
              <a:spcAft>
                <a:spcPts val="0"/>
              </a:spcAft>
              <a:buNone/>
            </a:pPr>
            <a:r>
              <a:t/>
            </a:r>
            <a:endParaRPr sz="1200">
              <a:latin typeface="Arial"/>
              <a:ea typeface="Arial"/>
              <a:cs typeface="Arial"/>
              <a:sym typeface="Arial"/>
            </a:endParaRPr>
          </a:p>
        </p:txBody>
      </p:sp>
      <p:pic>
        <p:nvPicPr>
          <p:cNvPr id="481" name="Google Shape;481;p67" title="Screenshot 2026-01-31 at 11.13.11 AM.png"/>
          <p:cNvPicPr preferRelativeResize="0"/>
          <p:nvPr/>
        </p:nvPicPr>
        <p:blipFill rotWithShape="1">
          <a:blip r:embed="rId3">
            <a:alphaModFix/>
          </a:blip>
          <a:srcRect b="0" l="3475" r="0" t="6367"/>
          <a:stretch/>
        </p:blipFill>
        <p:spPr>
          <a:xfrm>
            <a:off x="523850" y="2922025"/>
            <a:ext cx="4266199" cy="2111625"/>
          </a:xfrm>
          <a:prstGeom prst="rect">
            <a:avLst/>
          </a:prstGeom>
          <a:noFill/>
          <a:ln>
            <a:noFill/>
          </a:ln>
        </p:spPr>
      </p:pic>
      <p:pic>
        <p:nvPicPr>
          <p:cNvPr id="482" name="Google Shape;482;p67" title="Screenshot 2026-01-31 at 11.17.48 AM.png"/>
          <p:cNvPicPr preferRelativeResize="0"/>
          <p:nvPr/>
        </p:nvPicPr>
        <p:blipFill>
          <a:blip r:embed="rId4">
            <a:alphaModFix/>
          </a:blip>
          <a:stretch>
            <a:fillRect/>
          </a:stretch>
        </p:blipFill>
        <p:spPr>
          <a:xfrm>
            <a:off x="5374975" y="1051400"/>
            <a:ext cx="3489728" cy="2883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8"/>
          <p:cNvSpPr txBox="1"/>
          <p:nvPr>
            <p:ph type="title"/>
          </p:nvPr>
        </p:nvSpPr>
        <p:spPr>
          <a:xfrm>
            <a:off x="212450" y="177900"/>
            <a:ext cx="83958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Policy </a:t>
            </a:r>
            <a:r>
              <a:rPr lang="en"/>
              <a:t>suggestion</a:t>
            </a:r>
            <a:r>
              <a:rPr lang="en"/>
              <a:t>. </a:t>
            </a:r>
            <a:endParaRPr/>
          </a:p>
        </p:txBody>
      </p:sp>
      <p:sp>
        <p:nvSpPr>
          <p:cNvPr id="488" name="Google Shape;488;p68"/>
          <p:cNvSpPr txBox="1"/>
          <p:nvPr>
            <p:ph idx="1" type="body"/>
          </p:nvPr>
        </p:nvSpPr>
        <p:spPr>
          <a:xfrm>
            <a:off x="212450" y="675400"/>
            <a:ext cx="7549500" cy="408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FFFFFF"/>
                </a:solidFill>
                <a:latin typeface="Space Grotesk"/>
                <a:ea typeface="Space Grotesk"/>
                <a:cs typeface="Space Grotesk"/>
                <a:sym typeface="Space Grotesk"/>
              </a:rPr>
              <a:t>From most of the given data,  21,299 trips were in high-class flights. </a:t>
            </a:r>
            <a:endParaRPr b="1" sz="1800">
              <a:solidFill>
                <a:srgbClr val="FFFFFF"/>
              </a:solidFill>
              <a:latin typeface="Space Grotesk"/>
              <a:ea typeface="Space Grotesk"/>
              <a:cs typeface="Space Grotesk"/>
              <a:sym typeface="Space Grotesk"/>
            </a:endParaRPr>
          </a:p>
          <a:p>
            <a:pPr indent="-342900" lvl="0" marL="457200" rtl="0" algn="l">
              <a:spcBef>
                <a:spcPts val="1200"/>
              </a:spcBef>
              <a:spcAft>
                <a:spcPts val="0"/>
              </a:spcAft>
              <a:buClr>
                <a:srgbClr val="FFFFFF"/>
              </a:buClr>
              <a:buSzPts val="1800"/>
              <a:buFont typeface="Space Grotesk"/>
              <a:buChar char="●"/>
            </a:pPr>
            <a:r>
              <a:rPr b="1" lang="en" sz="1800">
                <a:solidFill>
                  <a:srgbClr val="FFFFFF"/>
                </a:solidFill>
                <a:latin typeface="Space Grotesk"/>
                <a:ea typeface="Space Grotesk"/>
                <a:cs typeface="Space Grotesk"/>
                <a:sym typeface="Space Grotesk"/>
              </a:rPr>
              <a:t>Business Class: 20,015 trips (42.9$ Million | 47.9 Million kg of CO2 emission) </a:t>
            </a:r>
            <a:endParaRPr b="1" sz="1800">
              <a:solidFill>
                <a:srgbClr val="FFFFFF"/>
              </a:solidFill>
              <a:latin typeface="Space Grotesk"/>
              <a:ea typeface="Space Grotesk"/>
              <a:cs typeface="Space Grotesk"/>
              <a:sym typeface="Space Grotesk"/>
            </a:endParaRPr>
          </a:p>
          <a:p>
            <a:pPr indent="-342900" lvl="0" marL="457200" rtl="0" algn="l">
              <a:spcBef>
                <a:spcPts val="0"/>
              </a:spcBef>
              <a:spcAft>
                <a:spcPts val="0"/>
              </a:spcAft>
              <a:buClr>
                <a:srgbClr val="FFFFFF"/>
              </a:buClr>
              <a:buSzPts val="1800"/>
              <a:buFont typeface="Space Grotesk"/>
              <a:buChar char="●"/>
            </a:pPr>
            <a:r>
              <a:rPr b="1" lang="en" sz="1800">
                <a:solidFill>
                  <a:srgbClr val="FFFFFF"/>
                </a:solidFill>
                <a:latin typeface="Space Grotesk"/>
                <a:ea typeface="Space Grotesk"/>
                <a:cs typeface="Space Grotesk"/>
                <a:sym typeface="Space Grotesk"/>
              </a:rPr>
              <a:t>First Class: 1,284 trips (2.7$ Million | 4.2 Million kg CO2)</a:t>
            </a:r>
            <a:endParaRPr b="1" sz="1800">
              <a:solidFill>
                <a:srgbClr val="FFFFFF"/>
              </a:solidFill>
              <a:latin typeface="Space Grotesk"/>
              <a:ea typeface="Space Grotesk"/>
              <a:cs typeface="Space Grotesk"/>
              <a:sym typeface="Space Grotesk"/>
            </a:endParaRPr>
          </a:p>
          <a:p>
            <a:pPr indent="0" lvl="0" marL="457200" rtl="0" algn="l">
              <a:spcBef>
                <a:spcPts val="1200"/>
              </a:spcBef>
              <a:spcAft>
                <a:spcPts val="0"/>
              </a:spcAft>
              <a:buNone/>
            </a:pPr>
            <a:r>
              <a:rPr b="1" i="1" lang="en" sz="1800" u="sng">
                <a:solidFill>
                  <a:srgbClr val="FFFFFF"/>
                </a:solidFill>
                <a:latin typeface="Space Grotesk"/>
                <a:ea typeface="Space Grotesk"/>
                <a:cs typeface="Space Grotesk"/>
                <a:sym typeface="Space Grotesk"/>
              </a:rPr>
              <a:t>Policy changes. </a:t>
            </a:r>
            <a:endParaRPr b="1" i="1" sz="1800" u="sng">
              <a:solidFill>
                <a:srgbClr val="FFFFFF"/>
              </a:solidFill>
              <a:latin typeface="Space Grotesk"/>
              <a:ea typeface="Space Grotesk"/>
              <a:cs typeface="Space Grotesk"/>
              <a:sym typeface="Space Grotesk"/>
            </a:endParaRPr>
          </a:p>
          <a:p>
            <a:pPr indent="-342900" lvl="0" marL="457200" rtl="0" algn="l">
              <a:spcBef>
                <a:spcPts val="1200"/>
              </a:spcBef>
              <a:spcAft>
                <a:spcPts val="0"/>
              </a:spcAft>
              <a:buClr>
                <a:srgbClr val="FFFFFF"/>
              </a:buClr>
              <a:buSzPts val="1800"/>
              <a:buFont typeface="Space Grotesk"/>
              <a:buChar char="●"/>
            </a:pPr>
            <a:r>
              <a:rPr b="1" lang="en" sz="1800">
                <a:solidFill>
                  <a:srgbClr val="FFFFFF"/>
                </a:solidFill>
                <a:latin typeface="Space Grotesk"/>
                <a:ea typeface="Space Grotesk"/>
                <a:cs typeface="Space Grotesk"/>
                <a:sym typeface="Space Grotesk"/>
              </a:rPr>
              <a:t>Level 6,000 -8,000 downgrade to </a:t>
            </a:r>
            <a:r>
              <a:rPr b="1" lang="en" sz="1800">
                <a:solidFill>
                  <a:srgbClr val="FFFFFF"/>
                </a:solidFill>
                <a:latin typeface="Space Grotesk"/>
                <a:ea typeface="Space Grotesk"/>
                <a:cs typeface="Space Grotesk"/>
                <a:sym typeface="Space Grotesk"/>
              </a:rPr>
              <a:t>economy</a:t>
            </a:r>
            <a:endParaRPr b="1" sz="1800">
              <a:solidFill>
                <a:srgbClr val="FFFFFF"/>
              </a:solidFill>
              <a:latin typeface="Space Grotesk"/>
              <a:ea typeface="Space Grotesk"/>
              <a:cs typeface="Space Grotesk"/>
              <a:sym typeface="Space Grotesk"/>
            </a:endParaRPr>
          </a:p>
          <a:p>
            <a:pPr indent="-342900" lvl="0" marL="457200" rtl="0" algn="l">
              <a:spcBef>
                <a:spcPts val="0"/>
              </a:spcBef>
              <a:spcAft>
                <a:spcPts val="0"/>
              </a:spcAft>
              <a:buClr>
                <a:srgbClr val="FFFFFF"/>
              </a:buClr>
              <a:buSzPts val="1800"/>
              <a:buFont typeface="Space Grotesk"/>
              <a:buChar char="●"/>
            </a:pPr>
            <a:r>
              <a:rPr b="1" lang="en" sz="1800">
                <a:solidFill>
                  <a:srgbClr val="FFFFFF"/>
                </a:solidFill>
                <a:latin typeface="Space Grotesk"/>
                <a:ea typeface="Space Grotesk"/>
                <a:cs typeface="Space Grotesk"/>
                <a:sym typeface="Space Grotesk"/>
              </a:rPr>
              <a:t>Level 10,000 downgrade to </a:t>
            </a:r>
            <a:r>
              <a:rPr b="1" lang="en" sz="1800">
                <a:solidFill>
                  <a:srgbClr val="FFFFFF"/>
                </a:solidFill>
                <a:latin typeface="Space Grotesk"/>
                <a:ea typeface="Space Grotesk"/>
                <a:cs typeface="Space Grotesk"/>
                <a:sym typeface="Space Grotesk"/>
              </a:rPr>
              <a:t>Business</a:t>
            </a:r>
            <a:endParaRPr b="1" sz="1800">
              <a:solidFill>
                <a:srgbClr val="FFFFFF"/>
              </a:solidFill>
              <a:latin typeface="Space Grotesk"/>
              <a:ea typeface="Space Grotesk"/>
              <a:cs typeface="Space Grotesk"/>
              <a:sym typeface="Space Grotesk"/>
            </a:endParaRPr>
          </a:p>
          <a:p>
            <a:pPr indent="0" lvl="0" marL="457200" rtl="0" algn="l">
              <a:spcBef>
                <a:spcPts val="1200"/>
              </a:spcBef>
              <a:spcAft>
                <a:spcPts val="0"/>
              </a:spcAft>
              <a:buNone/>
            </a:pPr>
            <a:r>
              <a:rPr b="1" lang="en" sz="1800">
                <a:solidFill>
                  <a:srgbClr val="FFFFFF"/>
                </a:solidFill>
                <a:latin typeface="Space Grotesk"/>
                <a:ea typeface="Space Grotesk"/>
                <a:cs typeface="Space Grotesk"/>
                <a:sym typeface="Space Grotesk"/>
              </a:rPr>
              <a:t>Estimated </a:t>
            </a:r>
            <a:r>
              <a:rPr b="1" lang="en" sz="1800">
                <a:solidFill>
                  <a:srgbClr val="FFFFFF"/>
                </a:solidFill>
                <a:latin typeface="Space Grotesk"/>
                <a:ea typeface="Space Grotesk"/>
                <a:cs typeface="Space Grotesk"/>
                <a:sym typeface="Space Grotesk"/>
              </a:rPr>
              <a:t>SAVINGS</a:t>
            </a:r>
            <a:r>
              <a:rPr b="1" lang="en" sz="1800">
                <a:solidFill>
                  <a:srgbClr val="FFFFFF"/>
                </a:solidFill>
                <a:latin typeface="Space Grotesk"/>
                <a:ea typeface="Space Grotesk"/>
                <a:cs typeface="Space Grotesk"/>
                <a:sym typeface="Space Grotesk"/>
              </a:rPr>
              <a:t>: 6.8 MIllion dollars</a:t>
            </a:r>
            <a:endParaRPr b="1" sz="1800">
              <a:solidFill>
                <a:srgbClr val="FFFFFF"/>
              </a:solidFill>
              <a:latin typeface="Space Grotesk"/>
              <a:ea typeface="Space Grotesk"/>
              <a:cs typeface="Space Grotesk"/>
              <a:sym typeface="Space Grotesk"/>
            </a:endParaRPr>
          </a:p>
          <a:p>
            <a:pPr indent="0" lvl="0" marL="457200" rtl="0" algn="l">
              <a:spcBef>
                <a:spcPts val="1200"/>
              </a:spcBef>
              <a:spcAft>
                <a:spcPts val="0"/>
              </a:spcAft>
              <a:buNone/>
            </a:pPr>
            <a:r>
              <a:rPr b="1" lang="en" sz="1800">
                <a:solidFill>
                  <a:srgbClr val="FFFFFF"/>
                </a:solidFill>
                <a:latin typeface="Space Grotesk"/>
                <a:ea typeface="Space Grotesk"/>
                <a:cs typeface="Space Grotesk"/>
                <a:sym typeface="Space Grotesk"/>
              </a:rPr>
              <a:t>Estimated Carbon R</a:t>
            </a:r>
            <a:r>
              <a:rPr b="1" lang="en" sz="1800">
                <a:solidFill>
                  <a:srgbClr val="FFFFFF"/>
                </a:solidFill>
                <a:latin typeface="Space Grotesk"/>
                <a:ea typeface="Space Grotesk"/>
                <a:cs typeface="Space Grotesk"/>
                <a:sym typeface="Space Grotesk"/>
              </a:rPr>
              <a:t>eduction</a:t>
            </a:r>
            <a:r>
              <a:rPr b="1" lang="en" sz="1800">
                <a:solidFill>
                  <a:srgbClr val="FFFFFF"/>
                </a:solidFill>
                <a:latin typeface="Space Grotesk"/>
                <a:ea typeface="Space Grotesk"/>
                <a:cs typeface="Space Grotesk"/>
                <a:sym typeface="Space Grotesk"/>
              </a:rPr>
              <a:t>: 17 Million kg CO2 </a:t>
            </a:r>
            <a:endParaRPr b="1" sz="1800">
              <a:solidFill>
                <a:srgbClr val="FFFFFF"/>
              </a:solidFill>
              <a:latin typeface="Space Grotesk"/>
              <a:ea typeface="Space Grotesk"/>
              <a:cs typeface="Space Grotesk"/>
              <a:sym typeface="Space Grotesk"/>
            </a:endParaRPr>
          </a:p>
          <a:p>
            <a:pPr indent="0" lvl="0" marL="0" rtl="0" algn="l">
              <a:spcBef>
                <a:spcPts val="1200"/>
              </a:spcBef>
              <a:spcAft>
                <a:spcPts val="0"/>
              </a:spcAft>
              <a:buNone/>
            </a:pPr>
            <a:r>
              <a:t/>
            </a:r>
            <a:endParaRPr b="1" sz="1650">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9"/>
          <p:cNvSpPr txBox="1"/>
          <p:nvPr>
            <p:ph type="title"/>
          </p:nvPr>
        </p:nvSpPr>
        <p:spPr>
          <a:xfrm>
            <a:off x="212450" y="177900"/>
            <a:ext cx="74250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rPr>
              <a:t>Conclusion:</a:t>
            </a:r>
            <a:r>
              <a:rPr lang="en"/>
              <a:t> Total Saved/Reductions</a:t>
            </a:r>
            <a:endParaRPr/>
          </a:p>
        </p:txBody>
      </p:sp>
      <p:sp>
        <p:nvSpPr>
          <p:cNvPr id="494" name="Google Shape;494;p69"/>
          <p:cNvSpPr txBox="1"/>
          <p:nvPr>
            <p:ph idx="2" type="subTitle"/>
          </p:nvPr>
        </p:nvSpPr>
        <p:spPr>
          <a:xfrm>
            <a:off x="136650" y="1897225"/>
            <a:ext cx="8572500" cy="354000"/>
          </a:xfrm>
          <a:prstGeom prst="rect">
            <a:avLst/>
          </a:prstGeom>
        </p:spPr>
        <p:txBody>
          <a:bodyPr anchorCtr="0" anchor="t" bIns="0" lIns="0" spcFirstLastPara="1" rIns="0" wrap="square" tIns="0">
            <a:spAutoFit/>
          </a:bodyPr>
          <a:lstStyle/>
          <a:p>
            <a:pPr indent="-374650" lvl="0" marL="457200" rtl="0" algn="l">
              <a:spcBef>
                <a:spcPts val="0"/>
              </a:spcBef>
              <a:spcAft>
                <a:spcPts val="0"/>
              </a:spcAft>
              <a:buSzPts val="2300"/>
              <a:buChar char="●"/>
            </a:pPr>
            <a:r>
              <a:rPr lang="en" sz="2300"/>
              <a:t>Pool of Potential Savings After CO2 Offset: </a:t>
            </a:r>
            <a:r>
              <a:rPr lang="en" sz="2300">
                <a:solidFill>
                  <a:schemeClr val="accent2"/>
                </a:solidFill>
              </a:rPr>
              <a:t>$24.5 million</a:t>
            </a:r>
            <a:endParaRPr sz="2300">
              <a:solidFill>
                <a:schemeClr val="accent2"/>
              </a:solidFill>
            </a:endParaRPr>
          </a:p>
        </p:txBody>
      </p:sp>
      <p:sp>
        <p:nvSpPr>
          <p:cNvPr id="495" name="Google Shape;495;p69"/>
          <p:cNvSpPr txBox="1"/>
          <p:nvPr>
            <p:ph idx="2" type="subTitle"/>
          </p:nvPr>
        </p:nvSpPr>
        <p:spPr>
          <a:xfrm>
            <a:off x="136650" y="3701575"/>
            <a:ext cx="8670300" cy="354000"/>
          </a:xfrm>
          <a:prstGeom prst="rect">
            <a:avLst/>
          </a:prstGeom>
        </p:spPr>
        <p:txBody>
          <a:bodyPr anchorCtr="0" anchor="t" bIns="0" lIns="0" spcFirstLastPara="1" rIns="0" wrap="square" tIns="0">
            <a:spAutoFit/>
          </a:bodyPr>
          <a:lstStyle/>
          <a:p>
            <a:pPr indent="-374650" lvl="0" marL="457200" rtl="0" algn="l">
              <a:spcBef>
                <a:spcPts val="0"/>
              </a:spcBef>
              <a:spcAft>
                <a:spcPts val="0"/>
              </a:spcAft>
              <a:buSzPts val="2300"/>
              <a:buChar char="●"/>
            </a:pPr>
            <a:r>
              <a:rPr lang="en" sz="2300"/>
              <a:t>Total CO2 Reduced: </a:t>
            </a:r>
            <a:r>
              <a:rPr lang="en" sz="2300">
                <a:solidFill>
                  <a:schemeClr val="accent2"/>
                </a:solidFill>
              </a:rPr>
              <a:t>112</a:t>
            </a:r>
            <a:r>
              <a:rPr lang="en" sz="2300">
                <a:solidFill>
                  <a:schemeClr val="accent2"/>
                </a:solidFill>
              </a:rPr>
              <a:t>.5 million </a:t>
            </a:r>
            <a:r>
              <a:rPr lang="en" sz="2300">
                <a:solidFill>
                  <a:schemeClr val="accent2"/>
                </a:solidFill>
              </a:rPr>
              <a:t>kg CO2</a:t>
            </a:r>
            <a:endParaRPr sz="2300">
              <a:solidFill>
                <a:schemeClr val="accent2"/>
              </a:solidFill>
            </a:endParaRPr>
          </a:p>
        </p:txBody>
      </p:sp>
      <p:sp>
        <p:nvSpPr>
          <p:cNvPr id="496" name="Google Shape;496;p69"/>
          <p:cNvSpPr txBox="1"/>
          <p:nvPr>
            <p:ph idx="2" type="subTitle"/>
          </p:nvPr>
        </p:nvSpPr>
        <p:spPr>
          <a:xfrm>
            <a:off x="136650" y="2761300"/>
            <a:ext cx="8759100" cy="354000"/>
          </a:xfrm>
          <a:prstGeom prst="rect">
            <a:avLst/>
          </a:prstGeom>
        </p:spPr>
        <p:txBody>
          <a:bodyPr anchorCtr="0" anchor="t" bIns="0" lIns="0" spcFirstLastPara="1" rIns="0" wrap="square" tIns="0">
            <a:spAutoFit/>
          </a:bodyPr>
          <a:lstStyle/>
          <a:p>
            <a:pPr indent="-374650" lvl="0" marL="457200" rtl="0" algn="l">
              <a:spcBef>
                <a:spcPts val="0"/>
              </a:spcBef>
              <a:spcAft>
                <a:spcPts val="0"/>
              </a:spcAft>
              <a:buSzPts val="2300"/>
              <a:buChar char="●"/>
            </a:pPr>
            <a:r>
              <a:rPr lang="en" sz="2300"/>
              <a:t>CO2 Reduced Before Carbon Offset: </a:t>
            </a:r>
            <a:r>
              <a:rPr lang="en" sz="2300">
                <a:solidFill>
                  <a:schemeClr val="accent2"/>
                </a:solidFill>
              </a:rPr>
              <a:t>13.7 million kg</a:t>
            </a:r>
            <a:endParaRPr sz="2300">
              <a:solidFill>
                <a:schemeClr val="accent2"/>
              </a:solidFill>
            </a:endParaRPr>
          </a:p>
        </p:txBody>
      </p:sp>
      <p:sp>
        <p:nvSpPr>
          <p:cNvPr id="497" name="Google Shape;497;p69"/>
          <p:cNvSpPr txBox="1"/>
          <p:nvPr>
            <p:ph idx="2" type="subTitle"/>
          </p:nvPr>
        </p:nvSpPr>
        <p:spPr>
          <a:xfrm>
            <a:off x="127767" y="1099691"/>
            <a:ext cx="8572500" cy="354000"/>
          </a:xfrm>
          <a:prstGeom prst="rect">
            <a:avLst/>
          </a:prstGeom>
        </p:spPr>
        <p:txBody>
          <a:bodyPr anchorCtr="0" anchor="t" bIns="0" lIns="0" spcFirstLastPara="1" rIns="0" wrap="square" tIns="0">
            <a:spAutoFit/>
          </a:bodyPr>
          <a:lstStyle/>
          <a:p>
            <a:pPr indent="-374650" lvl="0" marL="457200" rtl="0" algn="l">
              <a:spcBef>
                <a:spcPts val="0"/>
              </a:spcBef>
              <a:spcAft>
                <a:spcPts val="0"/>
              </a:spcAft>
              <a:buSzPts val="2300"/>
              <a:buChar char="●"/>
            </a:pPr>
            <a:r>
              <a:rPr lang="en" sz="2300"/>
              <a:t>Pool of Potential Savings Before CO2 Offset: </a:t>
            </a:r>
            <a:r>
              <a:rPr lang="en" sz="2300">
                <a:solidFill>
                  <a:schemeClr val="accent2"/>
                </a:solidFill>
              </a:rPr>
              <a:t>$25.7 million</a:t>
            </a:r>
            <a:endParaRPr sz="2300">
              <a:solidFill>
                <a:schemeClr val="accen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Review (Futuristic)">
  <a:themeElements>
    <a:clrScheme name="Simple Light">
      <a:dk1>
        <a:srgbClr val="070707"/>
      </a:dk1>
      <a:lt1>
        <a:srgbClr val="FFFFFF"/>
      </a:lt1>
      <a:dk2>
        <a:srgbClr val="004741"/>
      </a:dk2>
      <a:lt2>
        <a:srgbClr val="F4F4F4"/>
      </a:lt2>
      <a:accent1>
        <a:srgbClr val="6DCFBE"/>
      </a:accent1>
      <a:accent2>
        <a:srgbClr val="81F5FF"/>
      </a:accent2>
      <a:accent3>
        <a:srgbClr val="202020"/>
      </a:accent3>
      <a:accent4>
        <a:srgbClr val="008585"/>
      </a:accent4>
      <a:accent5>
        <a:srgbClr val="808080"/>
      </a:accent5>
      <a:accent6>
        <a:srgbClr val="9AE9FF"/>
      </a:accent6>
      <a:hlink>
        <a:srgbClr val="6DCFB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